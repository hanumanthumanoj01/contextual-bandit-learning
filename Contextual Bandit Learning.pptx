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3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4.xml" ContentType="application/vnd.openxmlformats-officedocument.theme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23" r:id="rId1"/>
    <p:sldMasterId id="2147483940" r:id="rId2"/>
    <p:sldMasterId id="2147483660" r:id="rId3"/>
    <p:sldMasterId id="2147483793" r:id="rId4"/>
    <p:sldMasterId id="2147483661" r:id="rId5"/>
  </p:sldMasterIdLst>
  <p:notesMasterIdLst>
    <p:notesMasterId r:id="rId28"/>
  </p:notesMasterIdLst>
  <p:sldIdLst>
    <p:sldId id="256" r:id="rId6"/>
    <p:sldId id="354" r:id="rId7"/>
    <p:sldId id="258" r:id="rId8"/>
    <p:sldId id="356" r:id="rId9"/>
    <p:sldId id="357" r:id="rId10"/>
    <p:sldId id="358" r:id="rId11"/>
    <p:sldId id="359" r:id="rId12"/>
    <p:sldId id="266" r:id="rId13"/>
    <p:sldId id="267" r:id="rId14"/>
    <p:sldId id="268" r:id="rId15"/>
    <p:sldId id="269" r:id="rId16"/>
    <p:sldId id="270" r:id="rId17"/>
    <p:sldId id="271" r:id="rId18"/>
    <p:sldId id="360" r:id="rId19"/>
    <p:sldId id="351" r:id="rId20"/>
    <p:sldId id="273" r:id="rId21"/>
    <p:sldId id="274" r:id="rId22"/>
    <p:sldId id="276" r:id="rId23"/>
    <p:sldId id="277" r:id="rId24"/>
    <p:sldId id="328" r:id="rId25"/>
    <p:sldId id="362" r:id="rId26"/>
    <p:sldId id="363" r:id="rId27"/>
  </p:sldIdLst>
  <p:sldSz cx="9144000" cy="5143500" type="screen16x9"/>
  <p:notesSz cx="6858000" cy="9144000"/>
  <p:embeddedFontLst>
    <p:embeddedFont>
      <p:font typeface="Baskerville Old Face" panose="02020602080505020303" pitchFamily="18" charset="0"/>
      <p:regular r:id="rId29"/>
    </p:embeddedFont>
    <p:embeddedFont>
      <p:font typeface="Poppins Black" panose="00000A00000000000000" pitchFamily="2" charset="0"/>
      <p:bold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11" userDrawn="1">
          <p15:clr>
            <a:srgbClr val="9AA0A6"/>
          </p15:clr>
        </p15:guide>
        <p15:guide id="2" pos="2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B03F0E-4166-E8EE-C3F1-E53638F35261}" v="2132" dt="2025-06-13T21:36:57.590"/>
    <p1510:client id="{F6755172-B1DE-AB8B-F40C-8E82F47E675F}" v="230" dt="2025-06-13T23:40:30.422"/>
  </p1510:revLst>
</p1510:revInfo>
</file>

<file path=ppt/tableStyles.xml><?xml version="1.0" encoding="utf-8"?>
<a:tblStyleLst xmlns:a="http://schemas.openxmlformats.org/drawingml/2006/main" def="{21479689-13DA-47DF-A2C5-C286E536CC01}">
  <a:tblStyle styleId="{21479689-13DA-47DF-A2C5-C286E536CC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>
      <p:cViewPr varScale="1">
        <p:scale>
          <a:sx n="96" d="100"/>
          <a:sy n="96" d="100"/>
        </p:scale>
        <p:origin x="636" y="78"/>
      </p:cViewPr>
      <p:guideLst>
        <p:guide orient="horz" pos="711"/>
        <p:guide pos="28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3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283FD182-E9F9-C77F-9B37-ABD2AEE06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:notes">
            <a:extLst>
              <a:ext uri="{FF2B5EF4-FFF2-40B4-BE49-F238E27FC236}">
                <a16:creationId xmlns:a16="http://schemas.microsoft.com/office/drawing/2014/main" id="{25077B3D-1A74-3817-E936-63D396E6CB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3:notes">
            <a:extLst>
              <a:ext uri="{FF2B5EF4-FFF2-40B4-BE49-F238E27FC236}">
                <a16:creationId xmlns:a16="http://schemas.microsoft.com/office/drawing/2014/main" id="{2ACFC3EA-35C1-9F1E-459B-771D7B67F6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15547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E78C43F1-7A4D-76F4-F08B-106ABA08B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:notes">
            <a:extLst>
              <a:ext uri="{FF2B5EF4-FFF2-40B4-BE49-F238E27FC236}">
                <a16:creationId xmlns:a16="http://schemas.microsoft.com/office/drawing/2014/main" id="{9F6D3ADE-B4C9-1033-2B0F-3DEB2F10A4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3:notes">
            <a:extLst>
              <a:ext uri="{FF2B5EF4-FFF2-40B4-BE49-F238E27FC236}">
                <a16:creationId xmlns:a16="http://schemas.microsoft.com/office/drawing/2014/main" id="{D13333BF-C05B-AB2A-1DF8-9A728D2194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547195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A81D37B0-AA38-178F-F71A-F4862013F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:notes">
            <a:extLst>
              <a:ext uri="{FF2B5EF4-FFF2-40B4-BE49-F238E27FC236}">
                <a16:creationId xmlns:a16="http://schemas.microsoft.com/office/drawing/2014/main" id="{15F94177-1E85-B8B3-5CA7-F4945F9E6F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3:notes">
            <a:extLst>
              <a:ext uri="{FF2B5EF4-FFF2-40B4-BE49-F238E27FC236}">
                <a16:creationId xmlns:a16="http://schemas.microsoft.com/office/drawing/2014/main" id="{2CBE8E76-E84F-848B-2511-05E1AA1147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01933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>
          <a:extLst>
            <a:ext uri="{FF2B5EF4-FFF2-40B4-BE49-F238E27FC236}">
              <a16:creationId xmlns:a16="http://schemas.microsoft.com/office/drawing/2014/main" id="{225BA631-91F4-A60F-A33A-74D3E221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:notes">
            <a:extLst>
              <a:ext uri="{FF2B5EF4-FFF2-40B4-BE49-F238E27FC236}">
                <a16:creationId xmlns:a16="http://schemas.microsoft.com/office/drawing/2014/main" id="{6E09C0B5-F98A-B258-99DA-4ACBBB9E8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3:notes">
            <a:extLst>
              <a:ext uri="{FF2B5EF4-FFF2-40B4-BE49-F238E27FC236}">
                <a16:creationId xmlns:a16="http://schemas.microsoft.com/office/drawing/2014/main" id="{241FD3FF-8CC3-185F-60EE-997268C8F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285197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0" name="Google Shape;83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1" name="Google Shape;85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9" name="Google Shape;85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4" name="Google Shape;88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2" name="Google Shape;89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2" name="Google Shape;90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0" name="Google Shape;92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9" name="Google Shape;92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7" name="Google Shape;94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8" name="Google Shape;1488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>
          <a:extLst>
            <a:ext uri="{FF2B5EF4-FFF2-40B4-BE49-F238E27FC236}">
              <a16:creationId xmlns:a16="http://schemas.microsoft.com/office/drawing/2014/main" id="{C5063127-5278-7091-B592-FA682AB4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2:notes">
            <a:extLst>
              <a:ext uri="{FF2B5EF4-FFF2-40B4-BE49-F238E27FC236}">
                <a16:creationId xmlns:a16="http://schemas.microsoft.com/office/drawing/2014/main" id="{1E4125FB-0DF0-CCB3-4B66-3A67BED34D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5" name="Google Shape;955;p22:notes">
            <a:extLst>
              <a:ext uri="{FF2B5EF4-FFF2-40B4-BE49-F238E27FC236}">
                <a16:creationId xmlns:a16="http://schemas.microsoft.com/office/drawing/2014/main" id="{E397977B-09E9-5E8F-3E92-235C4FAC5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85816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" y="0"/>
            <a:ext cx="9144043" cy="5143500"/>
            <a:chOff x="0" y="0"/>
            <a:chExt cx="9144043" cy="5143500"/>
          </a:xfrm>
        </p:grpSpPr>
        <p:sp>
          <p:nvSpPr>
            <p:cNvPr id="10" name="Google Shape;10;p2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844851" y="1490700"/>
            <a:ext cx="3795000" cy="21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4"/>
          <p:cNvGrpSpPr/>
          <p:nvPr/>
        </p:nvGrpSpPr>
        <p:grpSpPr>
          <a:xfrm>
            <a:off x="1" y="0"/>
            <a:ext cx="9144043" cy="5143500"/>
            <a:chOff x="0" y="0"/>
            <a:chExt cx="9144043" cy="5143500"/>
          </a:xfrm>
        </p:grpSpPr>
        <p:sp>
          <p:nvSpPr>
            <p:cNvPr id="32" name="Google Shape;32;p4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4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1123615" y="2425500"/>
            <a:ext cx="2771700" cy="14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title" idx="2"/>
          </p:nvPr>
        </p:nvSpPr>
        <p:spPr>
          <a:xfrm>
            <a:off x="1123615" y="1196450"/>
            <a:ext cx="2771700" cy="1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bg>
      <p:bgPr>
        <a:solidFill>
          <a:schemeClr val="lt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5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41" name="Google Shape;41;p5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5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5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15102" y="535000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1"/>
          </p:nvPr>
        </p:nvSpPr>
        <p:spPr>
          <a:xfrm>
            <a:off x="715051" y="1245700"/>
            <a:ext cx="7713900" cy="3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377" lvl="1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566" lvl="2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754" lvl="3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5943" lvl="4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131" lvl="5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320" lvl="6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509" lvl="7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697" lvl="8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/>
          <p:nvPr/>
        </p:nvSpPr>
        <p:spPr>
          <a:xfrm rot="10800000" flipH="1">
            <a:off x="7498427" y="4124093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">
    <p:bg>
      <p:bgPr>
        <a:solidFill>
          <a:schemeClr val="lt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6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51" name="Google Shape;51;p6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6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6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" name="Google Shape;55;p6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4572000" y="2425500"/>
            <a:ext cx="3448200" cy="14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title" idx="2"/>
          </p:nvPr>
        </p:nvSpPr>
        <p:spPr>
          <a:xfrm>
            <a:off x="4572000" y="1196450"/>
            <a:ext cx="3448200" cy="1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accent4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">
    <p:bg>
      <p:bgPr>
        <a:solidFill>
          <a:schemeClr val="lt2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7"/>
          <p:cNvGrpSpPr/>
          <p:nvPr/>
        </p:nvGrpSpPr>
        <p:grpSpPr>
          <a:xfrm>
            <a:off x="1" y="0"/>
            <a:ext cx="9144043" cy="5143500"/>
            <a:chOff x="0" y="0"/>
            <a:chExt cx="9144043" cy="5143500"/>
          </a:xfrm>
        </p:grpSpPr>
        <p:sp>
          <p:nvSpPr>
            <p:cNvPr id="60" name="Google Shape;60;p7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" name="Google Shape;64;p7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715100" y="1612750"/>
            <a:ext cx="3401400" cy="1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body" idx="1"/>
          </p:nvPr>
        </p:nvSpPr>
        <p:spPr>
          <a:xfrm>
            <a:off x="4572002" y="535000"/>
            <a:ext cx="3699300" cy="4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377" lvl="1" indent="-31114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566" lvl="2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754" lvl="3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5943" lvl="4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131" lvl="5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320" lvl="6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509" lvl="7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697" lvl="8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_1">
    <p:bg>
      <p:bgPr>
        <a:solidFill>
          <a:schemeClr val="lt2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8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69" name="Google Shape;69;p8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8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8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8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>
            <a:spLocks noGrp="1"/>
          </p:cNvSpPr>
          <p:nvPr>
            <p:ph type="title"/>
          </p:nvPr>
        </p:nvSpPr>
        <p:spPr>
          <a:xfrm>
            <a:off x="4572000" y="2425500"/>
            <a:ext cx="3448200" cy="14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title" idx="2"/>
          </p:nvPr>
        </p:nvSpPr>
        <p:spPr>
          <a:xfrm>
            <a:off x="4572000" y="1196450"/>
            <a:ext cx="3448200" cy="10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accent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2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9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78" name="Google Shape;78;p9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9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9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9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 txBox="1">
            <a:spLocks noGrp="1"/>
          </p:cNvSpPr>
          <p:nvPr>
            <p:ph type="title"/>
          </p:nvPr>
        </p:nvSpPr>
        <p:spPr>
          <a:xfrm>
            <a:off x="715102" y="535000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84" name="Google Shape;84;p9"/>
          <p:cNvSpPr/>
          <p:nvPr/>
        </p:nvSpPr>
        <p:spPr>
          <a:xfrm rot="10800000">
            <a:off x="356226" y="4124093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7499776" y="338990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">
    <p:bg>
      <p:bgPr>
        <a:solidFill>
          <a:schemeClr val="lt2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0"/>
          <p:cNvGrpSpPr/>
          <p:nvPr/>
        </p:nvGrpSpPr>
        <p:grpSpPr>
          <a:xfrm>
            <a:off x="1" y="0"/>
            <a:ext cx="9144043" cy="5143500"/>
            <a:chOff x="0" y="0"/>
            <a:chExt cx="9144043" cy="5143500"/>
          </a:xfrm>
        </p:grpSpPr>
        <p:sp>
          <p:nvSpPr>
            <p:cNvPr id="88" name="Google Shape;88;p10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0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0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0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10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0"/>
          <p:cNvSpPr txBox="1">
            <a:spLocks noGrp="1"/>
          </p:cNvSpPr>
          <p:nvPr>
            <p:ph type="title"/>
          </p:nvPr>
        </p:nvSpPr>
        <p:spPr>
          <a:xfrm>
            <a:off x="715102" y="535000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body" idx="1"/>
          </p:nvPr>
        </p:nvSpPr>
        <p:spPr>
          <a:xfrm>
            <a:off x="715051" y="1245700"/>
            <a:ext cx="7713900" cy="3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377" lvl="1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566" lvl="2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754" lvl="3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5943" lvl="4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131" lvl="5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320" lvl="6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rabi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509" lvl="7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alpha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697" lvl="8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AutoNum type="romanLcPeriod"/>
              <a:def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5" name="Google Shape;95;p10"/>
          <p:cNvSpPr/>
          <p:nvPr/>
        </p:nvSpPr>
        <p:spPr>
          <a:xfrm rot="10800000" flipH="1">
            <a:off x="7498427" y="4124093"/>
            <a:ext cx="1289335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3">
    <p:bg>
      <p:bgPr>
        <a:solidFill>
          <a:schemeClr val="lt2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1"/>
          <p:cNvGrpSpPr/>
          <p:nvPr/>
        </p:nvGrpSpPr>
        <p:grpSpPr>
          <a:xfrm flipH="1">
            <a:off x="-22" y="0"/>
            <a:ext cx="9144044" cy="5143500"/>
            <a:chOff x="0" y="0"/>
            <a:chExt cx="9144044" cy="5143500"/>
          </a:xfrm>
        </p:grpSpPr>
        <p:sp>
          <p:nvSpPr>
            <p:cNvPr id="98" name="Google Shape;98;p11"/>
            <p:cNvSpPr/>
            <p:nvPr/>
          </p:nvSpPr>
          <p:spPr>
            <a:xfrm>
              <a:off x="46" y="0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1"/>
            <p:cNvSpPr/>
            <p:nvPr/>
          </p:nvSpPr>
          <p:spPr>
            <a:xfrm rot="10800000">
              <a:off x="5864993" y="5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1"/>
            <p:cNvSpPr/>
            <p:nvPr/>
          </p:nvSpPr>
          <p:spPr>
            <a:xfrm rot="10800000">
              <a:off x="0" y="291048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10800000">
              <a:off x="8341755" y="3972706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715102" y="535000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 Black"/>
              <a:buNone/>
              <a:defRPr sz="35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2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2"/>
          <p:cNvGrpSpPr/>
          <p:nvPr/>
        </p:nvGrpSpPr>
        <p:grpSpPr>
          <a:xfrm>
            <a:off x="1" y="0"/>
            <a:ext cx="9144043" cy="5143500"/>
            <a:chOff x="0" y="0"/>
            <a:chExt cx="9144043" cy="5143500"/>
          </a:xfrm>
        </p:grpSpPr>
        <p:sp>
          <p:nvSpPr>
            <p:cNvPr id="106" name="Google Shape;106;p12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2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2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12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7" lvl="1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566" lvl="2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754" lvl="3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5943" lvl="4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131" lvl="5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320" lvl="6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509" lvl="7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697" lvl="8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3"/>
          <p:cNvGrpSpPr/>
          <p:nvPr/>
        </p:nvGrpSpPr>
        <p:grpSpPr>
          <a:xfrm>
            <a:off x="1" y="0"/>
            <a:ext cx="9144043" cy="5143500"/>
            <a:chOff x="0" y="0"/>
            <a:chExt cx="9144043" cy="5143500"/>
          </a:xfrm>
        </p:grpSpPr>
        <p:sp>
          <p:nvSpPr>
            <p:cNvPr id="115" name="Google Shape;115;p13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13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lt2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4"/>
          <p:cNvGrpSpPr/>
          <p:nvPr/>
        </p:nvGrpSpPr>
        <p:grpSpPr>
          <a:xfrm>
            <a:off x="1" y="0"/>
            <a:ext cx="9144043" cy="5143500"/>
            <a:chOff x="0" y="0"/>
            <a:chExt cx="9144043" cy="5143500"/>
          </a:xfrm>
        </p:grpSpPr>
        <p:sp>
          <p:nvSpPr>
            <p:cNvPr id="127" name="Google Shape;127;p14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14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377" lvl="1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566" lvl="2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754" lvl="3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5943" lvl="4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131" lvl="5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320" lvl="6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509" lvl="7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697" lvl="8" indent="-31114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2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15"/>
          <p:cNvGrpSpPr/>
          <p:nvPr/>
        </p:nvGrpSpPr>
        <p:grpSpPr>
          <a:xfrm>
            <a:off x="1" y="0"/>
            <a:ext cx="9144043" cy="5143500"/>
            <a:chOff x="0" y="0"/>
            <a:chExt cx="9144043" cy="5143500"/>
          </a:xfrm>
        </p:grpSpPr>
        <p:sp>
          <p:nvSpPr>
            <p:cNvPr id="136" name="Google Shape;136;p15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15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5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subTitle" idx="1"/>
          </p:nvPr>
        </p:nvSpPr>
        <p:spPr>
          <a:xfrm>
            <a:off x="2241551" y="1348750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6"/>
          <p:cNvGrpSpPr/>
          <p:nvPr/>
        </p:nvGrpSpPr>
        <p:grpSpPr>
          <a:xfrm>
            <a:off x="1" y="0"/>
            <a:ext cx="9144043" cy="5143500"/>
            <a:chOff x="0" y="0"/>
            <a:chExt cx="9144043" cy="5143500"/>
          </a:xfrm>
        </p:grpSpPr>
        <p:sp>
          <p:nvSpPr>
            <p:cNvPr id="145" name="Google Shape;145;p16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16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7"/>
          <p:cNvGrpSpPr/>
          <p:nvPr/>
        </p:nvGrpSpPr>
        <p:grpSpPr>
          <a:xfrm>
            <a:off x="1" y="0"/>
            <a:ext cx="9144043" cy="5143500"/>
            <a:chOff x="0" y="0"/>
            <a:chExt cx="9144043" cy="5143500"/>
          </a:xfrm>
        </p:grpSpPr>
        <p:sp>
          <p:nvSpPr>
            <p:cNvPr id="153" name="Google Shape;153;p17"/>
            <p:cNvSpPr/>
            <p:nvPr/>
          </p:nvSpPr>
          <p:spPr>
            <a:xfrm rot="10800000">
              <a:off x="8060822" y="3562803"/>
              <a:ext cx="1083176" cy="1580697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0" y="2743600"/>
              <a:ext cx="3279051" cy="2399849"/>
            </a:xfrm>
            <a:custGeom>
              <a:avLst/>
              <a:gdLst/>
              <a:ahLst/>
              <a:cxnLst/>
              <a:rect l="l" t="t" r="r" b="b"/>
              <a:pathLst>
                <a:path w="62292" h="45592" extrusionOk="0">
                  <a:moveTo>
                    <a:pt x="7788" y="0"/>
                  </a:moveTo>
                  <a:cubicBezTo>
                    <a:pt x="3764" y="0"/>
                    <a:pt x="0" y="1997"/>
                    <a:pt x="0" y="1997"/>
                  </a:cubicBezTo>
                  <a:lnTo>
                    <a:pt x="0" y="45592"/>
                  </a:lnTo>
                  <a:lnTo>
                    <a:pt x="62292" y="45592"/>
                  </a:lnTo>
                  <a:cubicBezTo>
                    <a:pt x="54378" y="29842"/>
                    <a:pt x="29644" y="32862"/>
                    <a:pt x="19418" y="29757"/>
                  </a:cubicBezTo>
                  <a:cubicBezTo>
                    <a:pt x="9192" y="26649"/>
                    <a:pt x="20513" y="11568"/>
                    <a:pt x="14930" y="3520"/>
                  </a:cubicBezTo>
                  <a:cubicBezTo>
                    <a:pt x="13058" y="822"/>
                    <a:pt x="10370" y="0"/>
                    <a:pt x="778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5063126" y="0"/>
              <a:ext cx="4080917" cy="2233020"/>
            </a:xfrm>
            <a:custGeom>
              <a:avLst/>
              <a:gdLst/>
              <a:ahLst/>
              <a:cxnLst/>
              <a:rect l="l" t="t" r="r" b="b"/>
              <a:pathLst>
                <a:path w="78085" h="42727" extrusionOk="0">
                  <a:moveTo>
                    <a:pt x="0" y="0"/>
                  </a:moveTo>
                  <a:cubicBezTo>
                    <a:pt x="2914" y="4598"/>
                    <a:pt x="12288" y="7650"/>
                    <a:pt x="27630" y="7650"/>
                  </a:cubicBezTo>
                  <a:cubicBezTo>
                    <a:pt x="28201" y="7650"/>
                    <a:pt x="28780" y="7646"/>
                    <a:pt x="29367" y="7637"/>
                  </a:cubicBezTo>
                  <a:cubicBezTo>
                    <a:pt x="29565" y="7635"/>
                    <a:pt x="29760" y="7633"/>
                    <a:pt x="29954" y="7633"/>
                  </a:cubicBezTo>
                  <a:cubicBezTo>
                    <a:pt x="53022" y="7633"/>
                    <a:pt x="43343" y="27895"/>
                    <a:pt x="60435" y="38577"/>
                  </a:cubicBezTo>
                  <a:cubicBezTo>
                    <a:pt x="65012" y="41437"/>
                    <a:pt x="71009" y="42727"/>
                    <a:pt x="75508" y="42727"/>
                  </a:cubicBezTo>
                  <a:cubicBezTo>
                    <a:pt x="76440" y="42727"/>
                    <a:pt x="77307" y="42672"/>
                    <a:pt x="78084" y="42564"/>
                  </a:cubicBezTo>
                  <a:lnTo>
                    <a:pt x="78084" y="0"/>
                  </a:ln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0" y="1"/>
              <a:ext cx="802288" cy="1170793"/>
            </a:xfrm>
            <a:custGeom>
              <a:avLst/>
              <a:gdLst/>
              <a:ahLst/>
              <a:cxnLst/>
              <a:rect l="l" t="t" r="r" b="b"/>
              <a:pathLst>
                <a:path w="8898" h="12985" extrusionOk="0">
                  <a:moveTo>
                    <a:pt x="8682" y="0"/>
                  </a:moveTo>
                  <a:cubicBezTo>
                    <a:pt x="8665" y="2715"/>
                    <a:pt x="7730" y="5446"/>
                    <a:pt x="6129" y="7648"/>
                  </a:cubicBezTo>
                  <a:cubicBezTo>
                    <a:pt x="4534" y="9841"/>
                    <a:pt x="2395" y="11524"/>
                    <a:pt x="0" y="12735"/>
                  </a:cubicBezTo>
                  <a:lnTo>
                    <a:pt x="0" y="12984"/>
                  </a:lnTo>
                  <a:cubicBezTo>
                    <a:pt x="267" y="12851"/>
                    <a:pt x="529" y="12712"/>
                    <a:pt x="790" y="12566"/>
                  </a:cubicBezTo>
                  <a:cubicBezTo>
                    <a:pt x="2751" y="11468"/>
                    <a:pt x="4539" y="10023"/>
                    <a:pt x="5937" y="8256"/>
                  </a:cubicBezTo>
                  <a:cubicBezTo>
                    <a:pt x="7367" y="6447"/>
                    <a:pt x="8353" y="4317"/>
                    <a:pt x="8727" y="2035"/>
                  </a:cubicBezTo>
                  <a:cubicBezTo>
                    <a:pt x="8837" y="1363"/>
                    <a:pt x="8895" y="681"/>
                    <a:pt x="8898" y="0"/>
                  </a:cubicBezTo>
                  <a:close/>
                </a:path>
              </a:pathLst>
            </a:custGeom>
            <a:solidFill>
              <a:srgbClr val="A0BFDB">
                <a:alpha val="48235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p17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9" name="Google Shape;159;p17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2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1" y="2656374"/>
            <a:ext cx="3929963" cy="2487152"/>
          </a:xfrm>
          <a:custGeom>
            <a:avLst/>
            <a:gdLst/>
            <a:ahLst/>
            <a:cxnLst/>
            <a:rect l="l" t="t" r="r" b="b"/>
            <a:pathLst>
              <a:path w="65606" h="41520" extrusionOk="0">
                <a:moveTo>
                  <a:pt x="3403" y="1"/>
                </a:moveTo>
                <a:cubicBezTo>
                  <a:pt x="1302" y="1"/>
                  <a:pt x="0" y="501"/>
                  <a:pt x="0" y="501"/>
                </a:cubicBezTo>
                <a:lnTo>
                  <a:pt x="0" y="41519"/>
                </a:lnTo>
                <a:lnTo>
                  <a:pt x="65606" y="41519"/>
                </a:lnTo>
                <a:cubicBezTo>
                  <a:pt x="65606" y="41519"/>
                  <a:pt x="61764" y="36094"/>
                  <a:pt x="53544" y="36094"/>
                </a:cubicBezTo>
                <a:cubicBezTo>
                  <a:pt x="52716" y="36094"/>
                  <a:pt x="51844" y="36149"/>
                  <a:pt x="50928" y="36270"/>
                </a:cubicBezTo>
                <a:cubicBezTo>
                  <a:pt x="49598" y="36445"/>
                  <a:pt x="48291" y="36548"/>
                  <a:pt x="47001" y="36548"/>
                </a:cubicBezTo>
                <a:cubicBezTo>
                  <a:pt x="38572" y="36548"/>
                  <a:pt x="30879" y="32171"/>
                  <a:pt x="22233" y="15274"/>
                </a:cubicBezTo>
                <a:cubicBezTo>
                  <a:pt x="15513" y="2141"/>
                  <a:pt x="7749" y="1"/>
                  <a:pt x="340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6184635" y="0"/>
            <a:ext cx="2959360" cy="1238782"/>
          </a:xfrm>
          <a:custGeom>
            <a:avLst/>
            <a:gdLst/>
            <a:ahLst/>
            <a:cxnLst/>
            <a:rect l="l" t="t" r="r" b="b"/>
            <a:pathLst>
              <a:path w="54415" h="22778" extrusionOk="0">
                <a:moveTo>
                  <a:pt x="1" y="1"/>
                </a:moveTo>
                <a:cubicBezTo>
                  <a:pt x="8129" y="521"/>
                  <a:pt x="14031" y="3075"/>
                  <a:pt x="17554" y="8487"/>
                </a:cubicBezTo>
                <a:cubicBezTo>
                  <a:pt x="24665" y="19420"/>
                  <a:pt x="34653" y="22777"/>
                  <a:pt x="42844" y="22777"/>
                </a:cubicBezTo>
                <a:cubicBezTo>
                  <a:pt x="47620" y="22777"/>
                  <a:pt x="51785" y="21636"/>
                  <a:pt x="54415" y="20190"/>
                </a:cubicBezTo>
                <a:lnTo>
                  <a:pt x="5441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2" y="3"/>
            <a:ext cx="715089" cy="1043699"/>
          </a:xfrm>
          <a:custGeom>
            <a:avLst/>
            <a:gdLst/>
            <a:ahLst/>
            <a:cxnLst/>
            <a:rect l="l" t="t" r="r" b="b"/>
            <a:pathLst>
              <a:path w="9750" h="14230" extrusionOk="0">
                <a:moveTo>
                  <a:pt x="9514" y="1"/>
                </a:moveTo>
                <a:cubicBezTo>
                  <a:pt x="9495" y="2976"/>
                  <a:pt x="8470" y="5968"/>
                  <a:pt x="6716" y="8381"/>
                </a:cubicBezTo>
                <a:cubicBezTo>
                  <a:pt x="4969" y="10784"/>
                  <a:pt x="2623" y="12629"/>
                  <a:pt x="0" y="13955"/>
                </a:cubicBezTo>
                <a:lnTo>
                  <a:pt x="0" y="14230"/>
                </a:lnTo>
                <a:cubicBezTo>
                  <a:pt x="291" y="14084"/>
                  <a:pt x="580" y="13931"/>
                  <a:pt x="864" y="13771"/>
                </a:cubicBezTo>
                <a:cubicBezTo>
                  <a:pt x="3014" y="12568"/>
                  <a:pt x="4972" y="10986"/>
                  <a:pt x="6505" y="9048"/>
                </a:cubicBezTo>
                <a:cubicBezTo>
                  <a:pt x="8073" y="7064"/>
                  <a:pt x="9154" y="4732"/>
                  <a:pt x="9564" y="2231"/>
                </a:cubicBezTo>
                <a:cubicBezTo>
                  <a:pt x="9684" y="1495"/>
                  <a:pt x="9748" y="749"/>
                  <a:pt x="975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8131929" y="4452353"/>
            <a:ext cx="1008659" cy="691151"/>
          </a:xfrm>
          <a:custGeom>
            <a:avLst/>
            <a:gdLst/>
            <a:ahLst/>
            <a:cxnLst/>
            <a:rect l="l" t="t" r="r" b="b"/>
            <a:pathLst>
              <a:path w="14230" h="9751" extrusionOk="0">
                <a:moveTo>
                  <a:pt x="14230" y="0"/>
                </a:moveTo>
                <a:cubicBezTo>
                  <a:pt x="13482" y="2"/>
                  <a:pt x="12735" y="67"/>
                  <a:pt x="11999" y="186"/>
                </a:cubicBezTo>
                <a:cubicBezTo>
                  <a:pt x="9498" y="596"/>
                  <a:pt x="7166" y="1677"/>
                  <a:pt x="5182" y="3246"/>
                </a:cubicBezTo>
                <a:cubicBezTo>
                  <a:pt x="3244" y="4777"/>
                  <a:pt x="1663" y="6735"/>
                  <a:pt x="458" y="8884"/>
                </a:cubicBezTo>
                <a:cubicBezTo>
                  <a:pt x="299" y="9170"/>
                  <a:pt x="146" y="9458"/>
                  <a:pt x="1" y="9750"/>
                </a:cubicBezTo>
                <a:lnTo>
                  <a:pt x="274" y="9750"/>
                </a:lnTo>
                <a:cubicBezTo>
                  <a:pt x="1601" y="7125"/>
                  <a:pt x="3446" y="4780"/>
                  <a:pt x="5850" y="3034"/>
                </a:cubicBezTo>
                <a:cubicBezTo>
                  <a:pt x="8263" y="1280"/>
                  <a:pt x="11254" y="256"/>
                  <a:pt x="14230" y="236"/>
                </a:cubicBezTo>
                <a:lnTo>
                  <a:pt x="1423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2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 flipH="1">
            <a:off x="-1" y="-25"/>
            <a:ext cx="9144005" cy="5143549"/>
            <a:chOff x="0" y="25"/>
            <a:chExt cx="9144005" cy="5143549"/>
          </a:xfrm>
        </p:grpSpPr>
        <p:sp>
          <p:nvSpPr>
            <p:cNvPr id="169" name="Google Shape;169;p20"/>
            <p:cNvSpPr/>
            <p:nvPr/>
          </p:nvSpPr>
          <p:spPr>
            <a:xfrm>
              <a:off x="0" y="2426243"/>
              <a:ext cx="3712582" cy="2717331"/>
            </a:xfrm>
            <a:custGeom>
              <a:avLst/>
              <a:gdLst/>
              <a:ahLst/>
              <a:cxnLst/>
              <a:rect l="l" t="t" r="r" b="b"/>
              <a:pathLst>
                <a:path w="67108" h="49118" extrusionOk="0">
                  <a:moveTo>
                    <a:pt x="8389" y="1"/>
                  </a:moveTo>
                  <a:cubicBezTo>
                    <a:pt x="4054" y="1"/>
                    <a:pt x="0" y="2152"/>
                    <a:pt x="0" y="2152"/>
                  </a:cubicBezTo>
                  <a:lnTo>
                    <a:pt x="0" y="49117"/>
                  </a:lnTo>
                  <a:lnTo>
                    <a:pt x="67108" y="49117"/>
                  </a:lnTo>
                  <a:cubicBezTo>
                    <a:pt x="58580" y="32150"/>
                    <a:pt x="31936" y="35403"/>
                    <a:pt x="20920" y="32057"/>
                  </a:cubicBezTo>
                  <a:cubicBezTo>
                    <a:pt x="9902" y="28710"/>
                    <a:pt x="22099" y="12463"/>
                    <a:pt x="16084" y="3793"/>
                  </a:cubicBezTo>
                  <a:cubicBezTo>
                    <a:pt x="14068" y="886"/>
                    <a:pt x="11170" y="1"/>
                    <a:pt x="83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4490166" y="25"/>
              <a:ext cx="4653839" cy="2546605"/>
            </a:xfrm>
            <a:custGeom>
              <a:avLst/>
              <a:gdLst/>
              <a:ahLst/>
              <a:cxnLst/>
              <a:rect l="l" t="t" r="r" b="b"/>
              <a:pathLst>
                <a:path w="84122" h="46032" extrusionOk="0">
                  <a:moveTo>
                    <a:pt x="0" y="0"/>
                  </a:moveTo>
                  <a:cubicBezTo>
                    <a:pt x="3140" y="4954"/>
                    <a:pt x="13237" y="8242"/>
                    <a:pt x="29765" y="8242"/>
                  </a:cubicBezTo>
                  <a:cubicBezTo>
                    <a:pt x="30380" y="8242"/>
                    <a:pt x="31004" y="8237"/>
                    <a:pt x="31637" y="8228"/>
                  </a:cubicBezTo>
                  <a:cubicBezTo>
                    <a:pt x="31851" y="8225"/>
                    <a:pt x="32062" y="8224"/>
                    <a:pt x="32270" y="8224"/>
                  </a:cubicBezTo>
                  <a:cubicBezTo>
                    <a:pt x="57121" y="8224"/>
                    <a:pt x="46695" y="30052"/>
                    <a:pt x="65108" y="41560"/>
                  </a:cubicBezTo>
                  <a:cubicBezTo>
                    <a:pt x="70037" y="44641"/>
                    <a:pt x="76496" y="46031"/>
                    <a:pt x="81343" y="46031"/>
                  </a:cubicBezTo>
                  <a:cubicBezTo>
                    <a:pt x="82348" y="46031"/>
                    <a:pt x="83283" y="45971"/>
                    <a:pt x="84121" y="45855"/>
                  </a:cubicBezTo>
                  <a:lnTo>
                    <a:pt x="841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" name="Google Shape;171;p20"/>
          <p:cNvSpPr/>
          <p:nvPr/>
        </p:nvSpPr>
        <p:spPr>
          <a:xfrm>
            <a:off x="356251" y="339000"/>
            <a:ext cx="8431500" cy="4465500"/>
          </a:xfrm>
          <a:prstGeom prst="roundRect">
            <a:avLst>
              <a:gd name="adj" fmla="val 2595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49803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>
            <a:spLocks noGrp="1"/>
          </p:cNvSpPr>
          <p:nvPr>
            <p:ph type="title"/>
          </p:nvPr>
        </p:nvSpPr>
        <p:spPr>
          <a:xfrm>
            <a:off x="716700" y="510900"/>
            <a:ext cx="77106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251DF6-5AD2-ACA8-5899-43F743C66417}"/>
              </a:ext>
            </a:extLst>
          </p:cNvPr>
          <p:cNvSpPr/>
          <p:nvPr userDrawn="1"/>
        </p:nvSpPr>
        <p:spPr>
          <a:xfrm>
            <a:off x="0" y="0"/>
            <a:ext cx="9144000" cy="23145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C3C0C18-3CFA-482C-8E5E-2A541D4A1B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22264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585" y="4019366"/>
            <a:ext cx="3805701" cy="530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585" y="2571751"/>
            <a:ext cx="8154884" cy="1314818"/>
          </a:xfrm>
        </p:spPr>
        <p:txBody>
          <a:bodyPr anchor="b">
            <a:noAutofit/>
          </a:bodyPr>
          <a:lstStyle>
            <a:lvl1pPr>
              <a:defRPr sz="405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692765-6536-09AA-A0BF-2358E9E5BE5F}"/>
              </a:ext>
            </a:extLst>
          </p:cNvPr>
          <p:cNvCxnSpPr/>
          <p:nvPr userDrawn="1"/>
        </p:nvCxnSpPr>
        <p:spPr>
          <a:xfrm>
            <a:off x="440531" y="2571751"/>
            <a:ext cx="0" cy="1314818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3E0654F-4709-9928-E09F-2A00AF8174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2012" y="4019366"/>
            <a:ext cx="4031456" cy="530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E027D9-E8BA-AB34-D226-FB323E40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D6385D-654E-DC48-400B-090D33BE7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CAE9F-16AE-335B-D01B-39C3752803F0}"/>
              </a:ext>
            </a:extLst>
          </p:cNvPr>
          <p:cNvSpPr/>
          <p:nvPr userDrawn="1"/>
        </p:nvSpPr>
        <p:spPr>
          <a:xfrm rot="5400000">
            <a:off x="4527947" y="1556088"/>
            <a:ext cx="88106" cy="1428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24733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585" y="3461209"/>
            <a:ext cx="3805701" cy="530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585" y="1221582"/>
            <a:ext cx="8154884" cy="1851019"/>
          </a:xfrm>
        </p:spPr>
        <p:txBody>
          <a:bodyPr anchor="ctr">
            <a:noAutofit/>
          </a:bodyPr>
          <a:lstStyle>
            <a:lvl1pPr algn="l">
              <a:defRPr sz="405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3E0654F-4709-9928-E09F-2A00AF8174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2012" y="3461209"/>
            <a:ext cx="4031456" cy="530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350" b="0">
                <a:solidFill>
                  <a:schemeClr val="bg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E027D9-E8BA-AB34-D226-FB323E40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D6385D-654E-DC48-400B-090D33BE7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346FEE9-501A-3130-038F-1856FF3A6460}"/>
              </a:ext>
            </a:extLst>
          </p:cNvPr>
          <p:cNvCxnSpPr>
            <a:cxnSpLocks/>
          </p:cNvCxnSpPr>
          <p:nvPr userDrawn="1"/>
        </p:nvCxnSpPr>
        <p:spPr>
          <a:xfrm>
            <a:off x="440531" y="1646240"/>
            <a:ext cx="0" cy="100170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311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8251DF6-5AD2-ACA8-5899-43F743C66417}"/>
              </a:ext>
            </a:extLst>
          </p:cNvPr>
          <p:cNvSpPr/>
          <p:nvPr userDrawn="1"/>
        </p:nvSpPr>
        <p:spPr>
          <a:xfrm>
            <a:off x="0" y="0"/>
            <a:ext cx="9144000" cy="31429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67530F7-C043-4F2D-AA58-B8F8D1238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8585" y="3461209"/>
            <a:ext cx="3805701" cy="530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A0E0A3C-AF5E-BB75-6F0A-2D22B84E6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585" y="438153"/>
            <a:ext cx="8154884" cy="2298347"/>
          </a:xfrm>
        </p:spPr>
        <p:txBody>
          <a:bodyPr anchor="b">
            <a:noAutofit/>
          </a:bodyPr>
          <a:lstStyle>
            <a:lvl1pPr algn="ctr">
              <a:defRPr sz="405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3E0654F-4709-9928-E09F-2A00AF8174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72012" y="3461209"/>
            <a:ext cx="4031456" cy="530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5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E027D9-E8BA-AB34-D226-FB323E404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D6385D-654E-DC48-400B-090D33BE7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CAE9F-16AE-335B-D01B-39C3752803F0}"/>
              </a:ext>
            </a:extLst>
          </p:cNvPr>
          <p:cNvSpPr/>
          <p:nvPr userDrawn="1"/>
        </p:nvSpPr>
        <p:spPr>
          <a:xfrm rot="5400000">
            <a:off x="4527947" y="2472586"/>
            <a:ext cx="88106" cy="1428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7012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3059907" y="0"/>
            <a:ext cx="6084094" cy="46767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6" name="Picture Placeholder 11">
            <a:extLst>
              <a:ext uri="{FF2B5EF4-FFF2-40B4-BE49-F238E27FC236}">
                <a16:creationId xmlns:a16="http://schemas.microsoft.com/office/drawing/2014/main" id="{A8355845-DE26-7198-B2CF-7868C1CEAA3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6257" y="838200"/>
            <a:ext cx="3953767" cy="3467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endParaRPr lang="en-ID"/>
          </a:p>
        </p:txBody>
      </p:sp>
      <p:sp>
        <p:nvSpPr>
          <p:cNvPr id="80" name="Text Placeholder 29">
            <a:extLst>
              <a:ext uri="{FF2B5EF4-FFF2-40B4-BE49-F238E27FC236}">
                <a16:creationId xmlns:a16="http://schemas.microsoft.com/office/drawing/2014/main" id="{F86EE282-1EF4-62A2-779C-EB878597B9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920557" y="2865881"/>
            <a:ext cx="3782912" cy="242641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350" b="1">
                <a:solidFill>
                  <a:srgbClr val="FFFFFF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4C3A2759-D421-466C-0049-BF744494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0557" y="1114425"/>
            <a:ext cx="3782912" cy="1457325"/>
          </a:xfrm>
        </p:spPr>
        <p:txBody>
          <a:bodyPr anchor="b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41C7500-A827-04B9-B0EF-2DBB9A14BDDD}"/>
              </a:ext>
            </a:extLst>
          </p:cNvPr>
          <p:cNvCxnSpPr>
            <a:cxnSpLocks/>
          </p:cNvCxnSpPr>
          <p:nvPr userDrawn="1"/>
        </p:nvCxnSpPr>
        <p:spPr>
          <a:xfrm>
            <a:off x="4812506" y="1114425"/>
            <a:ext cx="0" cy="1455777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86A68FF5-D245-3670-D1FD-1CBCD14BC34E}"/>
              </a:ext>
            </a:extLst>
          </p:cNvPr>
          <p:cNvSpPr/>
          <p:nvPr userDrawn="1"/>
        </p:nvSpPr>
        <p:spPr>
          <a:xfrm rot="10800000">
            <a:off x="438151" y="1857376"/>
            <a:ext cx="88106" cy="1428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38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440532" y="1216817"/>
            <a:ext cx="8703469" cy="27098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0" name="Text Placeholder 29">
            <a:extLst>
              <a:ext uri="{FF2B5EF4-FFF2-40B4-BE49-F238E27FC236}">
                <a16:creationId xmlns:a16="http://schemas.microsoft.com/office/drawing/2014/main" id="{F86EE282-1EF4-62A2-779C-EB878597B9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13210" y="3480264"/>
            <a:ext cx="7790259" cy="242641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350" b="1">
                <a:solidFill>
                  <a:srgbClr val="FFFFFF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4C3A2759-D421-466C-0049-BF744494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210" y="1842314"/>
            <a:ext cx="7790259" cy="1457325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441C7500-A827-04B9-B0EF-2DBB9A14BDDD}"/>
              </a:ext>
            </a:extLst>
          </p:cNvPr>
          <p:cNvCxnSpPr>
            <a:cxnSpLocks/>
          </p:cNvCxnSpPr>
          <p:nvPr userDrawn="1"/>
        </p:nvCxnSpPr>
        <p:spPr>
          <a:xfrm>
            <a:off x="797719" y="1843088"/>
            <a:ext cx="0" cy="1455777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226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440532" y="1216817"/>
            <a:ext cx="8262938" cy="27098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0" name="Text Placeholder 29">
            <a:extLst>
              <a:ext uri="{FF2B5EF4-FFF2-40B4-BE49-F238E27FC236}">
                <a16:creationId xmlns:a16="http://schemas.microsoft.com/office/drawing/2014/main" id="{F86EE282-1EF4-62A2-779C-EB878597B9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77466" y="3358820"/>
            <a:ext cx="7790259" cy="242641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350" b="1">
                <a:solidFill>
                  <a:srgbClr val="FFFFFF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1" name="Title 1">
            <a:extLst>
              <a:ext uri="{FF2B5EF4-FFF2-40B4-BE49-F238E27FC236}">
                <a16:creationId xmlns:a16="http://schemas.microsoft.com/office/drawing/2014/main" id="{4C3A2759-D421-466C-0049-BF7444943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466" y="1720870"/>
            <a:ext cx="7790259" cy="1457325"/>
          </a:xfrm>
        </p:spPr>
        <p:txBody>
          <a:bodyPr anchor="ctr">
            <a:no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6A6EF3-CA9F-A84F-60F9-29E0269F7913}"/>
              </a:ext>
            </a:extLst>
          </p:cNvPr>
          <p:cNvSpPr/>
          <p:nvPr userDrawn="1"/>
        </p:nvSpPr>
        <p:spPr>
          <a:xfrm rot="5400000">
            <a:off x="4527947" y="3258568"/>
            <a:ext cx="88106" cy="1428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713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113C14A-F91E-E368-53F3-9FC8BF33B41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814763" y="775335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0" y="0"/>
            <a:ext cx="3814762" cy="46767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925189" y="775335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3" y="1757363"/>
            <a:ext cx="2673249" cy="1628775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2070900"/>
            <a:ext cx="0" cy="100170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11B2AFA-044A-C36C-021E-F07CB653D8E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814763" y="1236346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E78C0ED6-4AAA-EFB9-FCD1-E8A57F469F1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925189" y="1236346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77561A31-0F6B-EC29-74AA-F136A20142E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814763" y="1697357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C8C3894D-D32B-CD32-7B1E-F2C516B79D4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925189" y="1697357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95A56C3A-206F-EAD8-B5FC-BF3EA74970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4763" y="2158367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E7964B58-8A41-D8B1-8EDB-58FCBE0AFBA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925189" y="2158367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DF3D4D0D-CC8E-E97F-3260-BD47F04F4BF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814763" y="2619378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8" name="Text Placeholder 29">
            <a:extLst>
              <a:ext uri="{FF2B5EF4-FFF2-40B4-BE49-F238E27FC236}">
                <a16:creationId xmlns:a16="http://schemas.microsoft.com/office/drawing/2014/main" id="{57EA9763-E16A-0112-AE6E-C8032ACF532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925189" y="2619378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50030960-DEAA-31E8-F93C-19C0F3B1119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814763" y="3080389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335EAFCE-8F0D-D52C-3CCA-E88FAB2D578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925189" y="3080389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6B6646DC-ED17-C9B8-7BAC-C865F485315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14763" y="3541400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4D3773C6-9E41-7F11-9C11-83020A87CE2E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925189" y="3541400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6FEBD0ED-9E29-AAE1-53AD-36C907E671F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14763" y="4002410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69CBBE2-6FC6-E558-760E-5D918AD813EA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925189" y="4002410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93245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60035A9-FF24-F5AF-5182-A3914CCC1030}"/>
              </a:ext>
            </a:extLst>
          </p:cNvPr>
          <p:cNvGrpSpPr/>
          <p:nvPr userDrawn="1"/>
        </p:nvGrpSpPr>
        <p:grpSpPr>
          <a:xfrm flipV="1">
            <a:off x="440531" y="2837140"/>
            <a:ext cx="8262938" cy="1839635"/>
            <a:chOff x="587375" y="3782853"/>
            <a:chExt cx="11017250" cy="245284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41AC7B-FDFF-B7EA-80AB-81299E4C8A1B}"/>
                </a:ext>
              </a:extLst>
            </p:cNvPr>
            <p:cNvSpPr/>
            <p:nvPr userDrawn="1"/>
          </p:nvSpPr>
          <p:spPr>
            <a:xfrm>
              <a:off x="587375" y="3782853"/>
              <a:ext cx="11017250" cy="245284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C278148-A0BB-C425-A419-556F60508034}"/>
                </a:ext>
              </a:extLst>
            </p:cNvPr>
            <p:cNvSpPr/>
            <p:nvPr userDrawn="1"/>
          </p:nvSpPr>
          <p:spPr>
            <a:xfrm rot="5400000">
              <a:off x="6037262" y="5224463"/>
              <a:ext cx="117475" cy="19049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113C14A-F91E-E368-53F3-9FC8BF33B41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814763" y="647865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6FF304-8F5A-AE9D-9F8A-073146069168}"/>
              </a:ext>
            </a:extLst>
          </p:cNvPr>
          <p:cNvSpPr/>
          <p:nvPr userDrawn="1"/>
        </p:nvSpPr>
        <p:spPr>
          <a:xfrm>
            <a:off x="0" y="438150"/>
            <a:ext cx="3814762" cy="213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925189" y="647865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3" y="690563"/>
            <a:ext cx="2760400" cy="1628775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1004100"/>
            <a:ext cx="0" cy="100170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811B2AFA-044A-C36C-021E-F07CB653D8E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814763" y="1108876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E78C0ED6-4AAA-EFB9-FCD1-E8A57F469F17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925189" y="1108876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77561A31-0F6B-EC29-74AA-F136A20142E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814763" y="1569887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C8C3894D-D32B-CD32-7B1E-F2C516B79D4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925189" y="1569887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95A56C3A-206F-EAD8-B5FC-BF3EA749704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4763" y="2030897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E7964B58-8A41-D8B1-8EDB-58FCBE0AFBA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925189" y="2030897"/>
            <a:ext cx="4778279" cy="35623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7FEAEC78-CBED-438F-1CFE-067AC96B97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8638" y="2925246"/>
            <a:ext cx="8086725" cy="17502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104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187909" y="1623701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298334" y="1574171"/>
            <a:ext cx="5405135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3059907" y="445022"/>
            <a:ext cx="6084093" cy="9765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8335" y="522665"/>
            <a:ext cx="5405131" cy="821298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3190283" y="522665"/>
            <a:ext cx="0" cy="821298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639F1C6C-BB59-58E7-1E81-91812893CE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87909" y="2246627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2527CCD0-482E-202A-43B0-D766A243E65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298334" y="2197097"/>
            <a:ext cx="5405135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4587298-4FAA-6464-EA9C-B59BE403C6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187909" y="2869553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81B86203-E913-D3E3-6642-EF37EB50794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298334" y="2820023"/>
            <a:ext cx="5405135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E15B20AD-6668-A82D-9445-5A496E722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7909" y="3492479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D66A7128-1B7C-EA25-B14F-427F785C99E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298334" y="3442949"/>
            <a:ext cx="5405135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2DC4498E-5031-CDF7-F1A6-A4EF750AEA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187909" y="4115405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298334" y="4065875"/>
            <a:ext cx="5405135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CF29C0E-E389-C3AB-7738-A08CB4F74F41}"/>
              </a:ext>
            </a:extLst>
          </p:cNvPr>
          <p:cNvSpPr/>
          <p:nvPr userDrawn="1"/>
        </p:nvSpPr>
        <p:spPr>
          <a:xfrm>
            <a:off x="-1" y="438150"/>
            <a:ext cx="2747374" cy="40830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53" name="Picture Placeholder 11">
            <a:extLst>
              <a:ext uri="{FF2B5EF4-FFF2-40B4-BE49-F238E27FC236}">
                <a16:creationId xmlns:a16="http://schemas.microsoft.com/office/drawing/2014/main" id="{9B208A22-0813-6CAE-ECAB-29C5A41BE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526237"/>
            <a:ext cx="2659267" cy="39068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1DA9EEE-E688-859F-C090-FAA63706DA41}"/>
              </a:ext>
            </a:extLst>
          </p:cNvPr>
          <p:cNvSpPr/>
          <p:nvPr userDrawn="1"/>
        </p:nvSpPr>
        <p:spPr>
          <a:xfrm>
            <a:off x="2659267" y="1857376"/>
            <a:ext cx="88106" cy="1428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2581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8959" y="1568143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89385" y="1518613"/>
            <a:ext cx="7914084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440531" y="445022"/>
            <a:ext cx="8703469" cy="8002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959" y="508645"/>
            <a:ext cx="8024510" cy="672989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570908" y="508645"/>
            <a:ext cx="0" cy="672989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639F1C6C-BB59-58E7-1E81-91812893CE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8959" y="2191069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2527CCD0-482E-202A-43B0-D766A243E65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89385" y="2141539"/>
            <a:ext cx="7914084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4587298-4FAA-6464-EA9C-B59BE403C6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78959" y="2813995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81B86203-E913-D3E3-6642-EF37EB50794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89385" y="2764465"/>
            <a:ext cx="7914084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E15B20AD-6668-A82D-9445-5A496E722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78959" y="3436921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D66A7128-1B7C-EA25-B14F-427F785C99E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89385" y="3387391"/>
            <a:ext cx="7914084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2DC4498E-5031-CDF7-F1A6-A4EF750AEA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78959" y="4059847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89385" y="4010317"/>
            <a:ext cx="7914084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6088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40531" y="1534805"/>
            <a:ext cx="1503759" cy="2296626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3" name="Text Placeholder 29">
            <a:extLst>
              <a:ext uri="{FF2B5EF4-FFF2-40B4-BE49-F238E27FC236}">
                <a16:creationId xmlns:a16="http://schemas.microsoft.com/office/drawing/2014/main" id="{2527CCD0-482E-202A-43B0-D766A243E65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130326" y="1534805"/>
            <a:ext cx="1503759" cy="2296626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81B86203-E913-D3E3-6642-EF37EB50794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820120" y="1534805"/>
            <a:ext cx="1503759" cy="2296626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D66A7128-1B7C-EA25-B14F-427F785C99E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09915" y="1534805"/>
            <a:ext cx="1503759" cy="2296626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199710" y="1534805"/>
            <a:ext cx="1503759" cy="2296626"/>
          </a:xfrm>
          <a:prstGeom prst="rect">
            <a:avLst/>
          </a:prstGeom>
          <a:ln w="38100">
            <a:solidFill>
              <a:schemeClr val="accent1"/>
            </a:solidFill>
          </a:ln>
        </p:spPr>
        <p:txBody>
          <a:bodyPr lIns="90000" tIns="288000" rIns="9144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rot="5400000">
            <a:off x="1168301" y="1316385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639F1C6C-BB59-58E7-1E81-91812893CE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 rot="5400000">
            <a:off x="2858096" y="1316385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74587298-4FAA-6464-EA9C-B59BE403C6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rot="5400000">
            <a:off x="4547891" y="1316385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E15B20AD-6668-A82D-9445-5A496E722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 rot="5400000">
            <a:off x="6237686" y="1316385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2DC4498E-5031-CDF7-F1A6-A4EF750AEAA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 rot="5400000">
            <a:off x="7927480" y="1316385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DA916C-63A0-466A-BC69-A6BB9AE21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C06518-9E58-A831-AE4A-4EECA507A2D8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574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0FFB1B8D-7AAD-0B62-F76D-6964122D463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72001" y="1089065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0" y="1925447"/>
            <a:ext cx="3998118" cy="12892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151" y="2027948"/>
            <a:ext cx="3319463" cy="1084239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3897666" y="2159418"/>
            <a:ext cx="0" cy="821298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17F8224B-2972-D6CA-7891-5E3A39916B6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688233" y="994887"/>
            <a:ext cx="4021043" cy="24264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Website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0150F3D9-C5BA-2CF3-577A-20D417C84D5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88233" y="1291526"/>
            <a:ext cx="4021043" cy="24264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8CDB50DB-14FB-8EC2-BBF8-9D39B761BAD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72001" y="1956958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A3C8A60E-A492-680C-9A67-071F63EDE37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88233" y="1862779"/>
            <a:ext cx="4021043" cy="24264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Email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54189725-F503-3346-0B77-4175202475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688233" y="2159418"/>
            <a:ext cx="4021043" cy="24264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6A7119A9-F6C1-3E78-A7B8-7A4695A37DF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572001" y="2824850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0ECAA7E2-DF4B-A5D2-BE65-C795750AE42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88233" y="2730672"/>
            <a:ext cx="4021043" cy="24264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Phone Number</a:t>
            </a:r>
            <a:endParaRPr lang="en-ID" dirty="0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FFF608BC-B1D4-AD27-2B53-0F088AECCDB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688233" y="3027311"/>
            <a:ext cx="4021043" cy="24264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1A8469B-66C0-388B-FF13-7E8091A3F5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572001" y="3692743"/>
            <a:ext cx="48221" cy="356235"/>
          </a:xfrm>
          <a:custGeom>
            <a:avLst/>
            <a:gdLst>
              <a:gd name="connsiteX0" fmla="*/ 0 w 64295"/>
              <a:gd name="connsiteY0" fmla="*/ 0 h 474980"/>
              <a:gd name="connsiteX1" fmla="*/ 64295 w 64295"/>
              <a:gd name="connsiteY1" fmla="*/ 0 h 474980"/>
              <a:gd name="connsiteX2" fmla="*/ 64295 w 64295"/>
              <a:gd name="connsiteY2" fmla="*/ 474980 h 474980"/>
              <a:gd name="connsiteX3" fmla="*/ 0 w 64295"/>
              <a:gd name="connsiteY3" fmla="*/ 474980 h 47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95" h="474980">
                <a:moveTo>
                  <a:pt x="0" y="0"/>
                </a:moveTo>
                <a:lnTo>
                  <a:pt x="64295" y="0"/>
                </a:lnTo>
                <a:lnTo>
                  <a:pt x="64295" y="474980"/>
                </a:lnTo>
                <a:lnTo>
                  <a:pt x="0" y="47498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accent4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D2474B70-73D5-F138-81CA-B06F430971D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88233" y="3598564"/>
            <a:ext cx="4021043" cy="24264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Location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A4A35D17-0A9F-3774-435D-AEBADBA7499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88233" y="3895203"/>
            <a:ext cx="4021043" cy="24264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15720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C8B15BD3-2A3F-B505-D2C1-0332B340314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857750" y="994886"/>
            <a:ext cx="3845719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0" y="1925447"/>
            <a:ext cx="3998118" cy="12892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151" y="2027948"/>
            <a:ext cx="3319463" cy="1084239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3897666" y="2159418"/>
            <a:ext cx="0" cy="821298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667C09D-F5FE-C8BE-C254-35A6F3EC9B4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857750" y="1890680"/>
            <a:ext cx="3845719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313C270-1389-4400-B626-0F91E48EF99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857750" y="2786474"/>
            <a:ext cx="3845719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A68D81B6-7EAF-9410-F2E1-FEE807D73D14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857750" y="3682268"/>
            <a:ext cx="3845719" cy="45529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B374301-5977-9039-ACCF-24F94B55243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379319" y="1029852"/>
            <a:ext cx="385363" cy="385363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89560EE-D986-44EE-9C19-CCA4ED43D78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369178" y="1905300"/>
            <a:ext cx="405645" cy="446210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236B62B-08A6-31D4-74E0-38DBCD97515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369433" y="2841595"/>
            <a:ext cx="404882" cy="405836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958D81A-543B-F585-166D-59207A4463A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465864" y="3737517"/>
            <a:ext cx="212270" cy="344798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4781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440531" y="2083458"/>
            <a:ext cx="8703469" cy="9765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959" y="2161101"/>
            <a:ext cx="8024510" cy="821298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570908" y="2161101"/>
            <a:ext cx="0" cy="821298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78959" y="3250810"/>
            <a:ext cx="8024510" cy="455295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80772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440531" y="1941842"/>
            <a:ext cx="8703469" cy="12598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4763" y="2161101"/>
            <a:ext cx="4717733" cy="821298"/>
          </a:xfrm>
        </p:spPr>
        <p:txBody>
          <a:bodyPr anchor="ctr">
            <a:no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8703469" y="2161101"/>
            <a:ext cx="0" cy="821298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814763" y="3392426"/>
            <a:ext cx="4717733" cy="455295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AA87B1F-C374-0AA4-8837-F11E40D41CD1}"/>
              </a:ext>
            </a:extLst>
          </p:cNvPr>
          <p:cNvGrpSpPr/>
          <p:nvPr userDrawn="1"/>
        </p:nvGrpSpPr>
        <p:grpSpPr>
          <a:xfrm flipH="1">
            <a:off x="1" y="633413"/>
            <a:ext cx="3059906" cy="3876363"/>
            <a:chOff x="6400798" y="844550"/>
            <a:chExt cx="4079875" cy="516848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D087849-DB30-8735-4D8D-E3C4C2B69C6B}"/>
                </a:ext>
              </a:extLst>
            </p:cNvPr>
            <p:cNvSpPr/>
            <p:nvPr userDrawn="1"/>
          </p:nvSpPr>
          <p:spPr>
            <a:xfrm flipH="1">
              <a:off x="6400798" y="844550"/>
              <a:ext cx="4079875" cy="51684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74C08B-82F0-D164-74FB-1E8FD06685E0}"/>
                </a:ext>
              </a:extLst>
            </p:cNvPr>
            <p:cNvSpPr/>
            <p:nvPr userDrawn="1"/>
          </p:nvSpPr>
          <p:spPr>
            <a:xfrm flipH="1">
              <a:off x="6400798" y="2476501"/>
              <a:ext cx="117475" cy="19049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</p:grp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3D6DFE2-5D18-6526-6D2C-830832BEFE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21520"/>
            <a:ext cx="2971800" cy="37004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0280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440531" y="1941842"/>
            <a:ext cx="8262938" cy="12598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645" y="2161101"/>
            <a:ext cx="7943851" cy="821298"/>
          </a:xfrm>
        </p:spPr>
        <p:txBody>
          <a:bodyPr anchor="ctr">
            <a:no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CA641483-D5A7-E85B-23E4-88F7A9E459A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11504" y="3250810"/>
            <a:ext cx="7920992" cy="455295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613942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2DDCCD52-4493-F59D-7027-7C212038D4A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40853" y="1317603"/>
            <a:ext cx="4762616" cy="26134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C7EF7556-5224-47F1-49F3-0572DF21F2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40853" y="1632951"/>
            <a:ext cx="4762616" cy="261348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1B19D0-9F0D-EC21-F087-8B275D7C6526}"/>
              </a:ext>
            </a:extLst>
          </p:cNvPr>
          <p:cNvSpPr/>
          <p:nvPr userDrawn="1"/>
        </p:nvSpPr>
        <p:spPr>
          <a:xfrm>
            <a:off x="548583" y="1227111"/>
            <a:ext cx="3086179" cy="3050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C53EE9AC-019F-1A80-298A-9207C2D451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192" y="1317603"/>
            <a:ext cx="2902961" cy="28698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724E3521-EAB7-34E5-366C-CEAB8361764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40853" y="1948299"/>
            <a:ext cx="4762616" cy="2239196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Description</a:t>
            </a:r>
            <a:endParaRPr lang="en-ID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2D268C-F2F5-0F07-54EC-3F1273607340}"/>
              </a:ext>
            </a:extLst>
          </p:cNvPr>
          <p:cNvSpPr/>
          <p:nvPr userDrawn="1"/>
        </p:nvSpPr>
        <p:spPr>
          <a:xfrm rot="5400000">
            <a:off x="2046427" y="3692742"/>
            <a:ext cx="90491" cy="10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5911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2DDCCD52-4493-F59D-7027-7C212038D4A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9383" y="3670296"/>
            <a:ext cx="2155640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C7EF7556-5224-47F1-49F3-0572DF21F2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09383" y="3985644"/>
            <a:ext cx="2155640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1B19D0-9F0D-EC21-F087-8B275D7C6526}"/>
              </a:ext>
            </a:extLst>
          </p:cNvPr>
          <p:cNvSpPr/>
          <p:nvPr userDrawn="1"/>
        </p:nvSpPr>
        <p:spPr>
          <a:xfrm>
            <a:off x="809384" y="1376363"/>
            <a:ext cx="2155639" cy="2130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C53EE9AC-019F-1A80-298A-9207C2D451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5874" y="1471704"/>
            <a:ext cx="1962657" cy="19402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2D268C-F2F5-0F07-54EC-3F1273607340}"/>
              </a:ext>
            </a:extLst>
          </p:cNvPr>
          <p:cNvSpPr/>
          <p:nvPr userDrawn="1"/>
        </p:nvSpPr>
        <p:spPr>
          <a:xfrm rot="5400000">
            <a:off x="1839533" y="3045069"/>
            <a:ext cx="95341" cy="8292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4518A0DC-E128-0F12-668C-6928582E8AE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02841" y="3670296"/>
            <a:ext cx="2155640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1AD91590-639E-AE13-F03A-3358E42535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02841" y="3985644"/>
            <a:ext cx="2155640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DFE187-0F7B-AEDF-1B44-0B8CFE9312A7}"/>
              </a:ext>
            </a:extLst>
          </p:cNvPr>
          <p:cNvSpPr/>
          <p:nvPr userDrawn="1"/>
        </p:nvSpPr>
        <p:spPr>
          <a:xfrm>
            <a:off x="3502842" y="1376363"/>
            <a:ext cx="2155639" cy="2130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5AE25CFC-20C3-CA57-19FC-39F1CFBB15C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599332" y="1471704"/>
            <a:ext cx="1962657" cy="19402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CB7378-D470-D566-E662-D91532AC6DD6}"/>
              </a:ext>
            </a:extLst>
          </p:cNvPr>
          <p:cNvSpPr/>
          <p:nvPr userDrawn="1"/>
        </p:nvSpPr>
        <p:spPr>
          <a:xfrm rot="5400000">
            <a:off x="4532990" y="3045069"/>
            <a:ext cx="95342" cy="8292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83FECCF3-2E25-EAB1-41A5-5E1FEA812A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6299" y="3670296"/>
            <a:ext cx="2155640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2B2B4892-0CEA-2DD3-86CF-FD80D9793E8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96299" y="3985644"/>
            <a:ext cx="2155640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4EB633-B082-E5C3-C0E3-FB500C3C5D40}"/>
              </a:ext>
            </a:extLst>
          </p:cNvPr>
          <p:cNvSpPr/>
          <p:nvPr userDrawn="1"/>
        </p:nvSpPr>
        <p:spPr>
          <a:xfrm>
            <a:off x="6196299" y="1376363"/>
            <a:ext cx="2155639" cy="21309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3F9C9B23-D20C-05B8-AD8D-39646658B0D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292790" y="1471704"/>
            <a:ext cx="1962657" cy="19402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6750B0-504C-340B-E057-D02F0879CB31}"/>
              </a:ext>
            </a:extLst>
          </p:cNvPr>
          <p:cNvSpPr/>
          <p:nvPr userDrawn="1"/>
        </p:nvSpPr>
        <p:spPr>
          <a:xfrm rot="5400000">
            <a:off x="7226448" y="3045069"/>
            <a:ext cx="95341" cy="8292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734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2DDCCD52-4493-F59D-7027-7C212038D4A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0531" y="3514780"/>
            <a:ext cx="1903767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C7EF7556-5224-47F1-49F3-0572DF21F2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0531" y="3830128"/>
            <a:ext cx="1903767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1B19D0-9F0D-EC21-F087-8B275D7C6526}"/>
              </a:ext>
            </a:extLst>
          </p:cNvPr>
          <p:cNvSpPr/>
          <p:nvPr userDrawn="1"/>
        </p:nvSpPr>
        <p:spPr>
          <a:xfrm>
            <a:off x="440533" y="1497999"/>
            <a:ext cx="1903766" cy="18538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C53EE9AC-019F-1A80-298A-9207C2D451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8731" y="1583844"/>
            <a:ext cx="1727367" cy="1682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2D268C-F2F5-0F07-54EC-3F1273607340}"/>
              </a:ext>
            </a:extLst>
          </p:cNvPr>
          <p:cNvSpPr/>
          <p:nvPr userDrawn="1"/>
        </p:nvSpPr>
        <p:spPr>
          <a:xfrm rot="5400000">
            <a:off x="1348363" y="2893169"/>
            <a:ext cx="88106" cy="8292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1ADF9CF5-2476-8E41-6350-A7C4DA4589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60256" y="3514780"/>
            <a:ext cx="1903767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0BDD4A12-1E41-0CB4-B1FE-BECEADBE28A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560256" y="3830128"/>
            <a:ext cx="1903767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DFC2A2B-3E94-1715-B028-8AF8E20A67BF}"/>
              </a:ext>
            </a:extLst>
          </p:cNvPr>
          <p:cNvSpPr/>
          <p:nvPr userDrawn="1"/>
        </p:nvSpPr>
        <p:spPr>
          <a:xfrm>
            <a:off x="2560257" y="1497999"/>
            <a:ext cx="1903766" cy="18538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59" name="Picture Placeholder 11">
            <a:extLst>
              <a:ext uri="{FF2B5EF4-FFF2-40B4-BE49-F238E27FC236}">
                <a16:creationId xmlns:a16="http://schemas.microsoft.com/office/drawing/2014/main" id="{E225E4A7-3DEB-D57F-F54B-8666339A055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648456" y="1583844"/>
            <a:ext cx="1727367" cy="1682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4F99E0D-C17C-BC62-15A3-4506F9D54E0D}"/>
              </a:ext>
            </a:extLst>
          </p:cNvPr>
          <p:cNvSpPr/>
          <p:nvPr userDrawn="1"/>
        </p:nvSpPr>
        <p:spPr>
          <a:xfrm rot="5400000">
            <a:off x="3468087" y="2893169"/>
            <a:ext cx="88106" cy="8292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61" name="Text Placeholder 29">
            <a:extLst>
              <a:ext uri="{FF2B5EF4-FFF2-40B4-BE49-F238E27FC236}">
                <a16:creationId xmlns:a16="http://schemas.microsoft.com/office/drawing/2014/main" id="{749365FB-0E00-0B39-739F-D213FDA3E49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679980" y="3514780"/>
            <a:ext cx="1903767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62" name="Text Placeholder 29">
            <a:extLst>
              <a:ext uri="{FF2B5EF4-FFF2-40B4-BE49-F238E27FC236}">
                <a16:creationId xmlns:a16="http://schemas.microsoft.com/office/drawing/2014/main" id="{C80ED62C-19B8-98B1-DEE4-DA0DACC180E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679980" y="3830128"/>
            <a:ext cx="1903767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4827254-ACD9-3BAD-0F46-E7C297440429}"/>
              </a:ext>
            </a:extLst>
          </p:cNvPr>
          <p:cNvSpPr/>
          <p:nvPr userDrawn="1"/>
        </p:nvSpPr>
        <p:spPr>
          <a:xfrm>
            <a:off x="4679981" y="1497999"/>
            <a:ext cx="1903766" cy="18538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64" name="Picture Placeholder 11">
            <a:extLst>
              <a:ext uri="{FF2B5EF4-FFF2-40B4-BE49-F238E27FC236}">
                <a16:creationId xmlns:a16="http://schemas.microsoft.com/office/drawing/2014/main" id="{986D94D5-E16C-CED7-7F4B-47091AE12AA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768180" y="1583844"/>
            <a:ext cx="1727367" cy="1682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749C0DF-CEEC-1402-C026-AEE23E90E4F3}"/>
              </a:ext>
            </a:extLst>
          </p:cNvPr>
          <p:cNvSpPr/>
          <p:nvPr userDrawn="1"/>
        </p:nvSpPr>
        <p:spPr>
          <a:xfrm rot="5400000">
            <a:off x="5587811" y="2893169"/>
            <a:ext cx="88106" cy="8292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66" name="Text Placeholder 29">
            <a:extLst>
              <a:ext uri="{FF2B5EF4-FFF2-40B4-BE49-F238E27FC236}">
                <a16:creationId xmlns:a16="http://schemas.microsoft.com/office/drawing/2014/main" id="{5DB982F9-9E70-5295-2AC2-AB8A887B2CA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99703" y="3514780"/>
            <a:ext cx="1903767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67" name="Text Placeholder 29">
            <a:extLst>
              <a:ext uri="{FF2B5EF4-FFF2-40B4-BE49-F238E27FC236}">
                <a16:creationId xmlns:a16="http://schemas.microsoft.com/office/drawing/2014/main" id="{CAFA9E86-DF70-CF38-6802-D2E3EB87364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99703" y="3830128"/>
            <a:ext cx="1903767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E9A411D-631B-7C88-2CBD-FC7457A30235}"/>
              </a:ext>
            </a:extLst>
          </p:cNvPr>
          <p:cNvSpPr/>
          <p:nvPr userDrawn="1"/>
        </p:nvSpPr>
        <p:spPr>
          <a:xfrm>
            <a:off x="6799705" y="1497999"/>
            <a:ext cx="1903766" cy="18538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69" name="Picture Placeholder 11">
            <a:extLst>
              <a:ext uri="{FF2B5EF4-FFF2-40B4-BE49-F238E27FC236}">
                <a16:creationId xmlns:a16="http://schemas.microsoft.com/office/drawing/2014/main" id="{056E403A-C212-906A-0FB1-1364DCAB2FB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887903" y="1583844"/>
            <a:ext cx="1727367" cy="16821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1BE01D9-6624-6803-8800-837FC0803980}"/>
              </a:ext>
            </a:extLst>
          </p:cNvPr>
          <p:cNvSpPr/>
          <p:nvPr userDrawn="1"/>
        </p:nvSpPr>
        <p:spPr>
          <a:xfrm rot="5400000">
            <a:off x="7707535" y="2893169"/>
            <a:ext cx="88106" cy="8292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0648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2DDCCD52-4493-F59D-7027-7C212038D4A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59907" y="2272058"/>
            <a:ext cx="1512094" cy="2095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C7EF7556-5224-47F1-49F3-0572DF21F2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59907" y="2535608"/>
            <a:ext cx="1512094" cy="20955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7F64118B-63D9-5EFC-AE27-9905DF35ED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48581" y="3635661"/>
            <a:ext cx="2320349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3AB05E8A-864F-ADC5-0115-1C2B806822E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48581" y="3951009"/>
            <a:ext cx="2320349" cy="26134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538E7C-9A0E-887C-DCD8-D9185C2A0319}"/>
              </a:ext>
            </a:extLst>
          </p:cNvPr>
          <p:cNvSpPr/>
          <p:nvPr userDrawn="1"/>
        </p:nvSpPr>
        <p:spPr>
          <a:xfrm>
            <a:off x="548583" y="1178903"/>
            <a:ext cx="2320348" cy="22938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D0DC1411-1564-8D8A-2591-A02159FC35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2447" y="1288814"/>
            <a:ext cx="2112620" cy="208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D7F729-5269-AFDF-3998-4E3AB1894269}"/>
              </a:ext>
            </a:extLst>
          </p:cNvPr>
          <p:cNvSpPr/>
          <p:nvPr userDrawn="1"/>
        </p:nvSpPr>
        <p:spPr>
          <a:xfrm rot="5400000">
            <a:off x="1664704" y="3014051"/>
            <a:ext cx="88106" cy="8292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1AFC85-C5C5-55B1-F31B-8358F5C506EC}"/>
              </a:ext>
            </a:extLst>
          </p:cNvPr>
          <p:cNvSpPr/>
          <p:nvPr userDrawn="1"/>
        </p:nvSpPr>
        <p:spPr>
          <a:xfrm>
            <a:off x="3299933" y="1178903"/>
            <a:ext cx="1032039" cy="10202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90CB544A-EEAB-8813-FC92-1879C0FB622C}"/>
              </a:ext>
            </a:extLst>
          </p:cNvPr>
          <p:cNvSpPr>
            <a:spLocks noGrp="1"/>
          </p:cNvSpPr>
          <p:nvPr userDrawn="1">
            <p:ph type="pic" sz="quarter" idx="39"/>
          </p:nvPr>
        </p:nvSpPr>
        <p:spPr>
          <a:xfrm>
            <a:off x="3346129" y="1227789"/>
            <a:ext cx="939647" cy="9289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AF028D-F8B6-8181-E023-6C7A6BAA5E44}"/>
              </a:ext>
            </a:extLst>
          </p:cNvPr>
          <p:cNvSpPr/>
          <p:nvPr userDrawn="1"/>
        </p:nvSpPr>
        <p:spPr>
          <a:xfrm rot="5400000">
            <a:off x="3794751" y="1993527"/>
            <a:ext cx="42404" cy="3688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5786C9D3-1D93-ABE1-6A45-B596EA3EAAD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20832" y="2272058"/>
            <a:ext cx="1512094" cy="2095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7440F6D1-94E2-2729-C508-581BF4EEF18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20832" y="2535608"/>
            <a:ext cx="1512094" cy="20955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2AB845-6A82-E0B3-7E5D-7AF9B866829C}"/>
              </a:ext>
            </a:extLst>
          </p:cNvPr>
          <p:cNvSpPr/>
          <p:nvPr userDrawn="1"/>
        </p:nvSpPr>
        <p:spPr>
          <a:xfrm>
            <a:off x="5360858" y="1178903"/>
            <a:ext cx="1032039" cy="10202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7" name="Picture Placeholder 11">
            <a:extLst>
              <a:ext uri="{FF2B5EF4-FFF2-40B4-BE49-F238E27FC236}">
                <a16:creationId xmlns:a16="http://schemas.microsoft.com/office/drawing/2014/main" id="{DA8FC45C-75AF-ADDF-65DD-847B5271A2B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407054" y="1227789"/>
            <a:ext cx="939647" cy="9289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F5C52D-3A8D-383E-1DFC-85B05949F4B3}"/>
              </a:ext>
            </a:extLst>
          </p:cNvPr>
          <p:cNvSpPr/>
          <p:nvPr userDrawn="1"/>
        </p:nvSpPr>
        <p:spPr>
          <a:xfrm rot="5400000">
            <a:off x="5855676" y="1993527"/>
            <a:ext cx="42404" cy="3688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5EE6E35E-5AE7-F341-F239-83A187F0F2F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181757" y="2272058"/>
            <a:ext cx="1512094" cy="2095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7D863F3F-E03A-FF0C-6619-4A7380EAF15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81757" y="2535608"/>
            <a:ext cx="1512094" cy="20955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A5444E-5B77-B950-EE9E-C9ED056CB60F}"/>
              </a:ext>
            </a:extLst>
          </p:cNvPr>
          <p:cNvSpPr/>
          <p:nvPr userDrawn="1"/>
        </p:nvSpPr>
        <p:spPr>
          <a:xfrm>
            <a:off x="7421784" y="1178903"/>
            <a:ext cx="1032039" cy="10202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42" name="Picture Placeholder 11">
            <a:extLst>
              <a:ext uri="{FF2B5EF4-FFF2-40B4-BE49-F238E27FC236}">
                <a16:creationId xmlns:a16="http://schemas.microsoft.com/office/drawing/2014/main" id="{CF28028D-66A8-B0B1-0A15-CC40AF4BEAB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67980" y="1227789"/>
            <a:ext cx="939647" cy="9289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FE314B1-57B2-4F2B-E7BD-883FDE48B21B}"/>
              </a:ext>
            </a:extLst>
          </p:cNvPr>
          <p:cNvSpPr/>
          <p:nvPr userDrawn="1"/>
        </p:nvSpPr>
        <p:spPr>
          <a:xfrm rot="5400000">
            <a:off x="7916602" y="1993527"/>
            <a:ext cx="42404" cy="3688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44" name="Text Placeholder 29">
            <a:extLst>
              <a:ext uri="{FF2B5EF4-FFF2-40B4-BE49-F238E27FC236}">
                <a16:creationId xmlns:a16="http://schemas.microsoft.com/office/drawing/2014/main" id="{43AEA689-1049-151B-2ACF-D9029E9501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59907" y="4086338"/>
            <a:ext cx="1512094" cy="2095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45" name="Text Placeholder 29">
            <a:extLst>
              <a:ext uri="{FF2B5EF4-FFF2-40B4-BE49-F238E27FC236}">
                <a16:creationId xmlns:a16="http://schemas.microsoft.com/office/drawing/2014/main" id="{551D2FE5-497A-3A75-359D-A5CA4F61CCE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059907" y="4349888"/>
            <a:ext cx="1512094" cy="20955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0962E8E-A4EB-F05A-E6A0-AD9A04ECE5C5}"/>
              </a:ext>
            </a:extLst>
          </p:cNvPr>
          <p:cNvSpPr/>
          <p:nvPr userDrawn="1"/>
        </p:nvSpPr>
        <p:spPr>
          <a:xfrm>
            <a:off x="3299933" y="2993183"/>
            <a:ext cx="1032039" cy="10202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47" name="Picture Placeholder 11">
            <a:extLst>
              <a:ext uri="{FF2B5EF4-FFF2-40B4-BE49-F238E27FC236}">
                <a16:creationId xmlns:a16="http://schemas.microsoft.com/office/drawing/2014/main" id="{6A50B464-6F40-13DB-4283-5C54180534D0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3346129" y="3042069"/>
            <a:ext cx="939647" cy="9289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F5AE4CF-54F9-739C-7BDC-FF543E27961F}"/>
              </a:ext>
            </a:extLst>
          </p:cNvPr>
          <p:cNvSpPr/>
          <p:nvPr userDrawn="1"/>
        </p:nvSpPr>
        <p:spPr>
          <a:xfrm rot="5400000">
            <a:off x="3794751" y="3807807"/>
            <a:ext cx="42404" cy="3688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376D9218-ACFF-1CB6-DD61-45099A00EAB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20832" y="4086338"/>
            <a:ext cx="1512094" cy="2095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83034B80-257C-97C7-D556-7BB8C80E7E9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120832" y="4349888"/>
            <a:ext cx="1512094" cy="20955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F65FCA2-90E5-A6E5-5EA3-9F1A99254E71}"/>
              </a:ext>
            </a:extLst>
          </p:cNvPr>
          <p:cNvSpPr/>
          <p:nvPr userDrawn="1"/>
        </p:nvSpPr>
        <p:spPr>
          <a:xfrm>
            <a:off x="5360858" y="2993183"/>
            <a:ext cx="1032039" cy="10202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52" name="Picture Placeholder 11">
            <a:extLst>
              <a:ext uri="{FF2B5EF4-FFF2-40B4-BE49-F238E27FC236}">
                <a16:creationId xmlns:a16="http://schemas.microsoft.com/office/drawing/2014/main" id="{37C86593-6FB0-300B-B75D-9076D07FBC78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407054" y="3042069"/>
            <a:ext cx="939647" cy="9289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B737247-997F-70CB-38DA-EBA66288CBF2}"/>
              </a:ext>
            </a:extLst>
          </p:cNvPr>
          <p:cNvSpPr/>
          <p:nvPr userDrawn="1"/>
        </p:nvSpPr>
        <p:spPr>
          <a:xfrm rot="5400000">
            <a:off x="5855676" y="3807807"/>
            <a:ext cx="42404" cy="3688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434B2A53-4811-465A-8A65-6EE43564DF9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181757" y="4086338"/>
            <a:ext cx="1512094" cy="20955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Name</a:t>
            </a:r>
            <a:endParaRPr lang="en-ID" dirty="0"/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BF1C73F4-318E-2E28-0961-FB8906CEAB14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81757" y="4349888"/>
            <a:ext cx="1512094" cy="209550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Designation</a:t>
            </a:r>
            <a:endParaRPr lang="en-ID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8D26E8A-CA91-9505-BFAB-5BBEAF3B52C5}"/>
              </a:ext>
            </a:extLst>
          </p:cNvPr>
          <p:cNvSpPr/>
          <p:nvPr userDrawn="1"/>
        </p:nvSpPr>
        <p:spPr>
          <a:xfrm>
            <a:off x="7421784" y="2993183"/>
            <a:ext cx="1032039" cy="10202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57" name="Picture Placeholder 11">
            <a:extLst>
              <a:ext uri="{FF2B5EF4-FFF2-40B4-BE49-F238E27FC236}">
                <a16:creationId xmlns:a16="http://schemas.microsoft.com/office/drawing/2014/main" id="{A2FC0688-BD0F-E835-F7A8-8DA7EFA8A5C7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7467980" y="3042069"/>
            <a:ext cx="939647" cy="9289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4440F56-945F-3AA4-1251-7228FE59EBD7}"/>
              </a:ext>
            </a:extLst>
          </p:cNvPr>
          <p:cNvSpPr/>
          <p:nvPr userDrawn="1"/>
        </p:nvSpPr>
        <p:spPr>
          <a:xfrm rot="5400000">
            <a:off x="7916602" y="3807807"/>
            <a:ext cx="42404" cy="3688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8116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6A9C922-A55E-7618-1823-587FBB425DF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583" y="1157287"/>
            <a:ext cx="8154886" cy="3364706"/>
          </a:xfrm>
        </p:spPr>
        <p:txBody>
          <a:bodyPr/>
          <a:lstStyle>
            <a:lvl1pPr marL="214313" indent="-214313">
              <a:buClr>
                <a:schemeClr val="accent1"/>
              </a:buClr>
              <a:buFont typeface="Wingdings" panose="05000000000000000000" pitchFamily="2" charset="2"/>
              <a:buChar char="§"/>
              <a:defRPr sz="1350" b="0">
                <a:solidFill>
                  <a:schemeClr val="tx1"/>
                </a:solidFill>
              </a:defRPr>
            </a:lvl1pPr>
            <a:lvl2pPr marL="471505" indent="-128588">
              <a:buClr>
                <a:schemeClr val="accent1"/>
              </a:buClr>
              <a:buFont typeface="Wingdings" panose="05000000000000000000" pitchFamily="2" charset="2"/>
              <a:buChar char="§"/>
              <a:defRPr sz="788" b="0">
                <a:solidFill>
                  <a:schemeClr val="tx1"/>
                </a:solidFill>
              </a:defRPr>
            </a:lvl2pPr>
            <a:lvl3pPr marL="814422" indent="-128588">
              <a:buClr>
                <a:schemeClr val="accent1"/>
              </a:buClr>
              <a:buFont typeface="Wingdings" panose="05000000000000000000" pitchFamily="2" charset="2"/>
              <a:buChar char="§"/>
              <a:defRPr sz="788" b="0">
                <a:solidFill>
                  <a:schemeClr val="tx1"/>
                </a:solidFill>
              </a:defRPr>
            </a:lvl3pPr>
            <a:lvl4pPr marL="1157339" indent="-128588">
              <a:buClr>
                <a:schemeClr val="accent1"/>
              </a:buClr>
              <a:buFont typeface="Wingdings" panose="05000000000000000000" pitchFamily="2" charset="2"/>
              <a:buChar char="§"/>
              <a:defRPr sz="788" b="0">
                <a:solidFill>
                  <a:schemeClr val="tx1"/>
                </a:solidFill>
              </a:defRPr>
            </a:lvl4pPr>
            <a:lvl5pPr marL="1500256" indent="-128588">
              <a:buClr>
                <a:schemeClr val="accent1"/>
              </a:buClr>
              <a:buFont typeface="Wingdings" panose="05000000000000000000" pitchFamily="2" charset="2"/>
              <a:buChar char="§"/>
              <a:defRPr sz="788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9897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6055E9-E6F7-641B-80FB-0B939D173EF4}"/>
              </a:ext>
            </a:extLst>
          </p:cNvPr>
          <p:cNvSpPr/>
          <p:nvPr userDrawn="1"/>
        </p:nvSpPr>
        <p:spPr>
          <a:xfrm>
            <a:off x="0" y="1925447"/>
            <a:ext cx="3998118" cy="12892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A830DC25-802B-19A0-E4B3-1D633449C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151" y="2027948"/>
            <a:ext cx="3319463" cy="1084239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text</a:t>
            </a:r>
            <a:endParaRPr lang="en-ID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90EA30-774B-C58A-0F2E-BA47E1EB0D86}"/>
              </a:ext>
            </a:extLst>
          </p:cNvPr>
          <p:cNvCxnSpPr>
            <a:cxnSpLocks/>
          </p:cNvCxnSpPr>
          <p:nvPr userDrawn="1"/>
        </p:nvCxnSpPr>
        <p:spPr>
          <a:xfrm>
            <a:off x="3897666" y="2159418"/>
            <a:ext cx="0" cy="821298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29">
            <a:extLst>
              <a:ext uri="{FF2B5EF4-FFF2-40B4-BE49-F238E27FC236}">
                <a16:creationId xmlns:a16="http://schemas.microsoft.com/office/drawing/2014/main" id="{9BDF026E-254E-B87A-48B7-871E0FA3BF9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572001" y="1131445"/>
            <a:ext cx="4131464" cy="618705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12D822FC-7C13-905B-1DD8-09311567294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572001" y="1804148"/>
            <a:ext cx="4131464" cy="22892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00062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A9602D4-D75A-D7F4-FFCF-22F1F764C7A2}"/>
              </a:ext>
            </a:extLst>
          </p:cNvPr>
          <p:cNvSpPr/>
          <p:nvPr userDrawn="1"/>
        </p:nvSpPr>
        <p:spPr>
          <a:xfrm>
            <a:off x="440531" y="0"/>
            <a:ext cx="8262938" cy="18396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48582" y="2865881"/>
            <a:ext cx="8154883" cy="242641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8582" y="3162520"/>
            <a:ext cx="8154883" cy="130089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1994535"/>
            <a:ext cx="8154887" cy="577215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8638" y="0"/>
            <a:ext cx="8086725" cy="17502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1994535"/>
            <a:ext cx="0" cy="575667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AC1303-0EC3-5E1E-D38D-9DAA61834E0B}"/>
              </a:ext>
            </a:extLst>
          </p:cNvPr>
          <p:cNvSpPr/>
          <p:nvPr userDrawn="1"/>
        </p:nvSpPr>
        <p:spPr>
          <a:xfrm rot="5400000">
            <a:off x="4527293" y="1080554"/>
            <a:ext cx="89415" cy="1428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762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4800599" y="633413"/>
            <a:ext cx="4343401" cy="38763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48582" y="1930480"/>
            <a:ext cx="4023419" cy="45780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8582" y="2442283"/>
            <a:ext cx="4023419" cy="206749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3" y="633724"/>
            <a:ext cx="4023418" cy="100107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88705" y="721520"/>
            <a:ext cx="4255295" cy="37004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633413"/>
            <a:ext cx="0" cy="1001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28576-5150-CD3D-CA2F-222FFB2D228B}"/>
              </a:ext>
            </a:extLst>
          </p:cNvPr>
          <p:cNvSpPr/>
          <p:nvPr userDrawn="1"/>
        </p:nvSpPr>
        <p:spPr>
          <a:xfrm>
            <a:off x="4800599" y="1857376"/>
            <a:ext cx="88106" cy="1428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785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48E2C7-E138-739F-9BB2-FE2FD28A155A}"/>
              </a:ext>
            </a:extLst>
          </p:cNvPr>
          <p:cNvGrpSpPr/>
          <p:nvPr userDrawn="1"/>
        </p:nvGrpSpPr>
        <p:grpSpPr>
          <a:xfrm flipH="1">
            <a:off x="1" y="633413"/>
            <a:ext cx="3059906" cy="3876363"/>
            <a:chOff x="6400798" y="844550"/>
            <a:chExt cx="4079875" cy="51684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D442C6-EECF-FD33-A672-5BDA5C831C7A}"/>
                </a:ext>
              </a:extLst>
            </p:cNvPr>
            <p:cNvSpPr/>
            <p:nvPr userDrawn="1"/>
          </p:nvSpPr>
          <p:spPr>
            <a:xfrm flipH="1">
              <a:off x="6400798" y="844550"/>
              <a:ext cx="4079875" cy="516848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328576-5150-CD3D-CA2F-222FFB2D228B}"/>
                </a:ext>
              </a:extLst>
            </p:cNvPr>
            <p:cNvSpPr/>
            <p:nvPr userDrawn="1"/>
          </p:nvSpPr>
          <p:spPr>
            <a:xfrm flipH="1">
              <a:off x="6400798" y="2476501"/>
              <a:ext cx="117475" cy="190499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751363" y="1930480"/>
            <a:ext cx="4952105" cy="457806"/>
          </a:xfrm>
          <a:prstGeom prst="rect">
            <a:avLst/>
          </a:prstGeom>
          <a:solidFill>
            <a:schemeClr val="accent1"/>
          </a:solidFill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rgbClr val="FFFFFF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751363" y="2442283"/>
            <a:ext cx="4952105" cy="2067493"/>
          </a:xfrm>
          <a:prstGeom prst="rect">
            <a:avLst/>
          </a:prstGeom>
          <a:solidFill>
            <a:schemeClr val="accent1"/>
          </a:solidFill>
        </p:spPr>
        <p:txBody>
          <a:bodyPr lIns="91440" tIns="126000" rIns="91440" bIns="0">
            <a:noAutofit/>
          </a:bodyPr>
          <a:lstStyle>
            <a:lvl1pPr marL="0" indent="0">
              <a:buNone/>
              <a:defRPr sz="1200" b="0">
                <a:solidFill>
                  <a:srgbClr val="FFFFFF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1363" y="633724"/>
            <a:ext cx="4952106" cy="100107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21520"/>
            <a:ext cx="2971800" cy="37004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3643312" y="633413"/>
            <a:ext cx="0" cy="1001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3939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440532" y="1046156"/>
            <a:ext cx="3418518" cy="3050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8637" y="1136648"/>
            <a:ext cx="3242306" cy="28698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328576-5150-CD3D-CA2F-222FFB2D228B}"/>
              </a:ext>
            </a:extLst>
          </p:cNvPr>
          <p:cNvSpPr/>
          <p:nvPr userDrawn="1"/>
        </p:nvSpPr>
        <p:spPr>
          <a:xfrm>
            <a:off x="440532" y="1857220"/>
            <a:ext cx="88106" cy="1428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033A8B-FF98-1E02-BE1A-38B8A2DBADF2}"/>
              </a:ext>
            </a:extLst>
          </p:cNvPr>
          <p:cNvSpPr/>
          <p:nvPr userDrawn="1"/>
        </p:nvSpPr>
        <p:spPr>
          <a:xfrm>
            <a:off x="3770944" y="1857220"/>
            <a:ext cx="88106" cy="1428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80050" y="1930480"/>
            <a:ext cx="4023419" cy="45780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80050" y="2442284"/>
            <a:ext cx="4023419" cy="165474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51" y="633724"/>
            <a:ext cx="4023418" cy="100107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571999" y="633413"/>
            <a:ext cx="0" cy="1001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2619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AC0811-B538-6793-87C0-3D6ED1AC6059}"/>
              </a:ext>
            </a:extLst>
          </p:cNvPr>
          <p:cNvGrpSpPr/>
          <p:nvPr userDrawn="1"/>
        </p:nvGrpSpPr>
        <p:grpSpPr>
          <a:xfrm rot="16200000">
            <a:off x="1232715" y="1252121"/>
            <a:ext cx="2191940" cy="4657370"/>
            <a:chOff x="2224091" y="-1834672"/>
            <a:chExt cx="2922586" cy="620982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286371-865F-C37D-9350-2A89CD104834}"/>
                </a:ext>
              </a:extLst>
            </p:cNvPr>
            <p:cNvSpPr/>
            <p:nvPr userDrawn="1"/>
          </p:nvSpPr>
          <p:spPr>
            <a:xfrm>
              <a:off x="2224091" y="-1834672"/>
              <a:ext cx="2922582" cy="62098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2FC66A-70C2-DBA2-3626-C933F4A5FF1E}"/>
                </a:ext>
              </a:extLst>
            </p:cNvPr>
            <p:cNvSpPr/>
            <p:nvPr userDrawn="1"/>
          </p:nvSpPr>
          <p:spPr>
            <a:xfrm rot="5400000">
              <a:off x="4191507" y="3419982"/>
              <a:ext cx="954001" cy="956339"/>
            </a:xfrm>
            <a:custGeom>
              <a:avLst/>
              <a:gdLst>
                <a:gd name="connsiteX0" fmla="*/ 0 w 954001"/>
                <a:gd name="connsiteY0" fmla="*/ 117476 h 956339"/>
                <a:gd name="connsiteX1" fmla="*/ 0 w 954001"/>
                <a:gd name="connsiteY1" fmla="*/ 0 h 956339"/>
                <a:gd name="connsiteX2" fmla="*/ 954001 w 954001"/>
                <a:gd name="connsiteY2" fmla="*/ 0 h 956339"/>
                <a:gd name="connsiteX3" fmla="*/ 954001 w 954001"/>
                <a:gd name="connsiteY3" fmla="*/ 117476 h 956339"/>
                <a:gd name="connsiteX4" fmla="*/ 954000 w 954001"/>
                <a:gd name="connsiteY4" fmla="*/ 117476 h 956339"/>
                <a:gd name="connsiteX5" fmla="*/ 954000 w 954001"/>
                <a:gd name="connsiteY5" fmla="*/ 956339 h 956339"/>
                <a:gd name="connsiteX6" fmla="*/ 836525 w 954001"/>
                <a:gd name="connsiteY6" fmla="*/ 956339 h 956339"/>
                <a:gd name="connsiteX7" fmla="*/ 836525 w 954001"/>
                <a:gd name="connsiteY7" fmla="*/ 117476 h 95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4001" h="956339">
                  <a:moveTo>
                    <a:pt x="0" y="117476"/>
                  </a:moveTo>
                  <a:lnTo>
                    <a:pt x="0" y="0"/>
                  </a:lnTo>
                  <a:lnTo>
                    <a:pt x="954001" y="0"/>
                  </a:lnTo>
                  <a:lnTo>
                    <a:pt x="954001" y="117476"/>
                  </a:lnTo>
                  <a:lnTo>
                    <a:pt x="954000" y="117476"/>
                  </a:lnTo>
                  <a:lnTo>
                    <a:pt x="954000" y="956339"/>
                  </a:lnTo>
                  <a:lnTo>
                    <a:pt x="836525" y="956339"/>
                  </a:lnTo>
                  <a:lnTo>
                    <a:pt x="836525" y="11747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350" dirty="0">
                <a:solidFill>
                  <a:schemeClr val="tx1"/>
                </a:solidFill>
              </a:endParaRPr>
            </a:p>
          </p:txBody>
        </p:sp>
      </p:grp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571751"/>
            <a:ext cx="4572000" cy="2105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5329238" y="0"/>
            <a:ext cx="3814762" cy="46767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561114" y="1169194"/>
            <a:ext cx="3142355" cy="65671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rgbClr val="FFFFFF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561114" y="1879904"/>
            <a:ext cx="3142355" cy="209440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rgbClr val="FFFFFF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3" y="633724"/>
            <a:ext cx="4023418" cy="100107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633413"/>
            <a:ext cx="0" cy="1001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1533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4AC0811-B538-6793-87C0-3D6ED1AC6059}"/>
              </a:ext>
            </a:extLst>
          </p:cNvPr>
          <p:cNvGrpSpPr/>
          <p:nvPr userDrawn="1"/>
        </p:nvGrpSpPr>
        <p:grpSpPr>
          <a:xfrm rot="5400000">
            <a:off x="5722278" y="-1235644"/>
            <a:ext cx="2191940" cy="4663227"/>
            <a:chOff x="2224091" y="-1842482"/>
            <a:chExt cx="2922586" cy="62176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9286371-865F-C37D-9350-2A89CD104834}"/>
                </a:ext>
              </a:extLst>
            </p:cNvPr>
            <p:cNvSpPr/>
            <p:nvPr userDrawn="1"/>
          </p:nvSpPr>
          <p:spPr>
            <a:xfrm>
              <a:off x="2224091" y="-1842482"/>
              <a:ext cx="2922582" cy="621763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C2FC66A-70C2-DBA2-3626-C933F4A5FF1E}"/>
                </a:ext>
              </a:extLst>
            </p:cNvPr>
            <p:cNvSpPr/>
            <p:nvPr userDrawn="1"/>
          </p:nvSpPr>
          <p:spPr>
            <a:xfrm rot="5400000">
              <a:off x="4191507" y="3419982"/>
              <a:ext cx="954001" cy="956339"/>
            </a:xfrm>
            <a:custGeom>
              <a:avLst/>
              <a:gdLst>
                <a:gd name="connsiteX0" fmla="*/ 0 w 954001"/>
                <a:gd name="connsiteY0" fmla="*/ 117476 h 956339"/>
                <a:gd name="connsiteX1" fmla="*/ 0 w 954001"/>
                <a:gd name="connsiteY1" fmla="*/ 0 h 956339"/>
                <a:gd name="connsiteX2" fmla="*/ 954001 w 954001"/>
                <a:gd name="connsiteY2" fmla="*/ 0 h 956339"/>
                <a:gd name="connsiteX3" fmla="*/ 954001 w 954001"/>
                <a:gd name="connsiteY3" fmla="*/ 117476 h 956339"/>
                <a:gd name="connsiteX4" fmla="*/ 954000 w 954001"/>
                <a:gd name="connsiteY4" fmla="*/ 117476 h 956339"/>
                <a:gd name="connsiteX5" fmla="*/ 954000 w 954001"/>
                <a:gd name="connsiteY5" fmla="*/ 956339 h 956339"/>
                <a:gd name="connsiteX6" fmla="*/ 836525 w 954001"/>
                <a:gd name="connsiteY6" fmla="*/ 956339 h 956339"/>
                <a:gd name="connsiteX7" fmla="*/ 836525 w 954001"/>
                <a:gd name="connsiteY7" fmla="*/ 117476 h 956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4001" h="956339">
                  <a:moveTo>
                    <a:pt x="0" y="117476"/>
                  </a:moveTo>
                  <a:lnTo>
                    <a:pt x="0" y="0"/>
                  </a:lnTo>
                  <a:lnTo>
                    <a:pt x="954001" y="0"/>
                  </a:lnTo>
                  <a:lnTo>
                    <a:pt x="954001" y="117476"/>
                  </a:lnTo>
                  <a:lnTo>
                    <a:pt x="954000" y="117476"/>
                  </a:lnTo>
                  <a:lnTo>
                    <a:pt x="954000" y="956339"/>
                  </a:lnTo>
                  <a:lnTo>
                    <a:pt x="836525" y="956339"/>
                  </a:lnTo>
                  <a:lnTo>
                    <a:pt x="836525" y="11747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FBD442C6-EECF-FD33-A672-5BDA5C831C7A}"/>
              </a:ext>
            </a:extLst>
          </p:cNvPr>
          <p:cNvSpPr/>
          <p:nvPr userDrawn="1"/>
        </p:nvSpPr>
        <p:spPr>
          <a:xfrm>
            <a:off x="0" y="-1"/>
            <a:ext cx="3814762" cy="4241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31877" y="438150"/>
            <a:ext cx="3142355" cy="65671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rgbClr val="FFFFFF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31877" y="1148861"/>
            <a:ext cx="3142355" cy="209133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rgbClr val="FFFFFF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51" y="3240502"/>
            <a:ext cx="4023418" cy="100107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572000" y="3240191"/>
            <a:ext cx="0" cy="1001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0" y="1"/>
            <a:ext cx="4572000" cy="21050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5404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E13754-AAF2-AD15-CFAE-7AA7F2563720}"/>
              </a:ext>
            </a:extLst>
          </p:cNvPr>
          <p:cNvSpPr/>
          <p:nvPr userDrawn="1"/>
        </p:nvSpPr>
        <p:spPr>
          <a:xfrm>
            <a:off x="-1784" y="-3570"/>
            <a:ext cx="3860006" cy="32813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62F44640-A9EB-C412-36D2-BCAA7BA090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3766184" cy="31886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F28F550A-A637-E065-107C-7C7A9E6C01F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80050" y="2109074"/>
            <a:ext cx="4023419" cy="24337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1BDAC654-D9AC-B935-534C-0FF7A6BB04C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80050" y="2406446"/>
            <a:ext cx="4023419" cy="78219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51" y="438150"/>
            <a:ext cx="4023418" cy="1375245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571999" y="438150"/>
            <a:ext cx="0" cy="1375245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2D270A3-A429-F424-E73F-8C35CF7A6C40}"/>
              </a:ext>
            </a:extLst>
          </p:cNvPr>
          <p:cNvSpPr/>
          <p:nvPr userDrawn="1"/>
        </p:nvSpPr>
        <p:spPr>
          <a:xfrm rot="5400000">
            <a:off x="3141845" y="2561416"/>
            <a:ext cx="715501" cy="717254"/>
          </a:xfrm>
          <a:custGeom>
            <a:avLst/>
            <a:gdLst>
              <a:gd name="connsiteX0" fmla="*/ 0 w 954001"/>
              <a:gd name="connsiteY0" fmla="*/ 117476 h 956339"/>
              <a:gd name="connsiteX1" fmla="*/ 0 w 954001"/>
              <a:gd name="connsiteY1" fmla="*/ 0 h 956339"/>
              <a:gd name="connsiteX2" fmla="*/ 954001 w 954001"/>
              <a:gd name="connsiteY2" fmla="*/ 0 h 956339"/>
              <a:gd name="connsiteX3" fmla="*/ 954001 w 954001"/>
              <a:gd name="connsiteY3" fmla="*/ 117476 h 956339"/>
              <a:gd name="connsiteX4" fmla="*/ 954000 w 954001"/>
              <a:gd name="connsiteY4" fmla="*/ 117476 h 956339"/>
              <a:gd name="connsiteX5" fmla="*/ 954000 w 954001"/>
              <a:gd name="connsiteY5" fmla="*/ 956339 h 956339"/>
              <a:gd name="connsiteX6" fmla="*/ 836525 w 954001"/>
              <a:gd name="connsiteY6" fmla="*/ 956339 h 956339"/>
              <a:gd name="connsiteX7" fmla="*/ 836525 w 954001"/>
              <a:gd name="connsiteY7" fmla="*/ 117476 h 95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4001" h="956339">
                <a:moveTo>
                  <a:pt x="0" y="117476"/>
                </a:moveTo>
                <a:lnTo>
                  <a:pt x="0" y="0"/>
                </a:lnTo>
                <a:lnTo>
                  <a:pt x="954001" y="0"/>
                </a:lnTo>
                <a:lnTo>
                  <a:pt x="954001" y="117476"/>
                </a:lnTo>
                <a:lnTo>
                  <a:pt x="954000" y="117476"/>
                </a:lnTo>
                <a:lnTo>
                  <a:pt x="954000" y="956339"/>
                </a:lnTo>
                <a:lnTo>
                  <a:pt x="836525" y="956339"/>
                </a:lnTo>
                <a:lnTo>
                  <a:pt x="836525" y="1174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7420A28C-E135-C56E-F79F-F283CD6B60D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45642" y="3396211"/>
            <a:ext cx="8257826" cy="243375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2AC36E79-BCA0-C596-D321-2B6E38193C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45642" y="3693583"/>
            <a:ext cx="8257826" cy="874918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748132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3" y="1114425"/>
            <a:ext cx="3266180" cy="2914650"/>
          </a:xfrm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1884128"/>
            <a:ext cx="0" cy="1375245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7DC28-28A8-3A98-B7FB-41B0888536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572000" y="613864"/>
            <a:ext cx="4131469" cy="45780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C38966B-9C0F-01D5-79F5-8D32825F66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572000" y="1125668"/>
            <a:ext cx="4131469" cy="125984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10E6AACB-9199-C0B7-282D-52AE821B16C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72000" y="2747464"/>
            <a:ext cx="4131469" cy="45780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103CFF70-7DC7-B43D-57C7-3C6435517D6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572000" y="3259267"/>
            <a:ext cx="4131469" cy="125984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354228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AF6E62-3413-1570-07FF-4E66972B963F}"/>
              </a:ext>
            </a:extLst>
          </p:cNvPr>
          <p:cNvSpPr/>
          <p:nvPr userDrawn="1"/>
        </p:nvSpPr>
        <p:spPr>
          <a:xfrm>
            <a:off x="1" y="0"/>
            <a:ext cx="9143999" cy="21466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3" y="438150"/>
            <a:ext cx="8154885" cy="1375245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1375245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7DC28-28A8-3A98-B7FB-41B0888536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8150" y="2574131"/>
            <a:ext cx="2276944" cy="45780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C38966B-9C0F-01D5-79F5-8D32825F66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38150" y="3085935"/>
            <a:ext cx="2276944" cy="125984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A80A793C-55DC-602B-758B-1FA03A81817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433528" y="2574131"/>
            <a:ext cx="2276944" cy="45780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F448C94B-AA7A-7262-4B9F-836462086A7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433528" y="3085935"/>
            <a:ext cx="2276944" cy="125984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8E844AFC-B10F-3963-60E2-0CBF5925798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428906" y="2574131"/>
            <a:ext cx="2276944" cy="45780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290D6F4A-B1FF-50CB-37C9-67C24FF49AE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428906" y="3085935"/>
            <a:ext cx="2276944" cy="1259847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99656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7DC28-28A8-3A98-B7FB-41B0888536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3707" y="1490281"/>
            <a:ext cx="5249762" cy="25587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C38966B-9C0F-01D5-79F5-8D32825F66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3707" y="1800155"/>
            <a:ext cx="5249762" cy="5906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2F9EFE-3E38-5624-6F5C-8EA73167EB3F}"/>
              </a:ext>
            </a:extLst>
          </p:cNvPr>
          <p:cNvSpPr/>
          <p:nvPr userDrawn="1"/>
        </p:nvSpPr>
        <p:spPr>
          <a:xfrm>
            <a:off x="-1" y="0"/>
            <a:ext cx="3086179" cy="42779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9DEBAB1A-CE11-600C-955B-5BF2329A48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998073" cy="41874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4E6C11-0982-03C9-6259-106AF7B98437}"/>
              </a:ext>
            </a:extLst>
          </p:cNvPr>
          <p:cNvSpPr/>
          <p:nvPr userDrawn="1"/>
        </p:nvSpPr>
        <p:spPr>
          <a:xfrm rot="5400000">
            <a:off x="2369801" y="3561609"/>
            <a:ext cx="715501" cy="717254"/>
          </a:xfrm>
          <a:custGeom>
            <a:avLst/>
            <a:gdLst>
              <a:gd name="connsiteX0" fmla="*/ 0 w 954001"/>
              <a:gd name="connsiteY0" fmla="*/ 117476 h 956339"/>
              <a:gd name="connsiteX1" fmla="*/ 0 w 954001"/>
              <a:gd name="connsiteY1" fmla="*/ 0 h 956339"/>
              <a:gd name="connsiteX2" fmla="*/ 954001 w 954001"/>
              <a:gd name="connsiteY2" fmla="*/ 0 h 956339"/>
              <a:gd name="connsiteX3" fmla="*/ 954001 w 954001"/>
              <a:gd name="connsiteY3" fmla="*/ 117476 h 956339"/>
              <a:gd name="connsiteX4" fmla="*/ 954000 w 954001"/>
              <a:gd name="connsiteY4" fmla="*/ 117476 h 956339"/>
              <a:gd name="connsiteX5" fmla="*/ 954000 w 954001"/>
              <a:gd name="connsiteY5" fmla="*/ 956339 h 956339"/>
              <a:gd name="connsiteX6" fmla="*/ 836525 w 954001"/>
              <a:gd name="connsiteY6" fmla="*/ 956339 h 956339"/>
              <a:gd name="connsiteX7" fmla="*/ 836525 w 954001"/>
              <a:gd name="connsiteY7" fmla="*/ 117476 h 956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4001" h="956339">
                <a:moveTo>
                  <a:pt x="0" y="117476"/>
                </a:moveTo>
                <a:lnTo>
                  <a:pt x="0" y="0"/>
                </a:lnTo>
                <a:lnTo>
                  <a:pt x="954001" y="0"/>
                </a:lnTo>
                <a:lnTo>
                  <a:pt x="954001" y="117476"/>
                </a:lnTo>
                <a:lnTo>
                  <a:pt x="954000" y="117476"/>
                </a:lnTo>
                <a:lnTo>
                  <a:pt x="954000" y="956339"/>
                </a:lnTo>
                <a:lnTo>
                  <a:pt x="836525" y="956339"/>
                </a:lnTo>
                <a:lnTo>
                  <a:pt x="836525" y="11747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8A0F98B3-5BC9-43CA-0E39-31CC70D80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3708" y="439579"/>
            <a:ext cx="5249761" cy="865346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7663E8-3304-8ACE-ACD6-6F356A49D537}"/>
              </a:ext>
            </a:extLst>
          </p:cNvPr>
          <p:cNvCxnSpPr>
            <a:cxnSpLocks/>
          </p:cNvCxnSpPr>
          <p:nvPr userDrawn="1"/>
        </p:nvCxnSpPr>
        <p:spPr>
          <a:xfrm>
            <a:off x="3345656" y="439267"/>
            <a:ext cx="0" cy="865658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E5B64568-95A0-2550-729B-C36D47D0B4E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453707" y="2583375"/>
            <a:ext cx="5249762" cy="25587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F93FF848-4697-1658-A41B-93D12D10189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453707" y="2893249"/>
            <a:ext cx="5249762" cy="5906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A3FB70CC-9CEB-83DB-0A62-F28AADFA24A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453707" y="3676470"/>
            <a:ext cx="5249762" cy="25587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413FB7C3-3697-76A3-E778-089B73350D6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453707" y="3986344"/>
            <a:ext cx="5249762" cy="590621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19238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AF6E62-3413-1570-07FF-4E66972B963F}"/>
              </a:ext>
            </a:extLst>
          </p:cNvPr>
          <p:cNvSpPr/>
          <p:nvPr userDrawn="1"/>
        </p:nvSpPr>
        <p:spPr>
          <a:xfrm>
            <a:off x="1" y="1"/>
            <a:ext cx="9143999" cy="1600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3" y="438150"/>
            <a:ext cx="8154885" cy="976313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976313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7DC28-28A8-3A98-B7FB-41B0888536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8150" y="1824037"/>
            <a:ext cx="3376611" cy="4054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C38966B-9C0F-01D5-79F5-8D32825F66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38150" y="2283454"/>
            <a:ext cx="3376611" cy="79550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BF29A8C4-E01C-8823-3D21-FBEB0A37FD9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8150" y="3294461"/>
            <a:ext cx="3376611" cy="4054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36007328-114D-AECE-99A6-016A4CFBB61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38150" y="3753877"/>
            <a:ext cx="3376611" cy="79550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142D811-C93D-9F9B-677A-5ADF7CD3A81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29241" y="1824037"/>
            <a:ext cx="3376611" cy="4054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B048665-3CE8-1449-AE80-5C39685B7B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29241" y="2283454"/>
            <a:ext cx="3376611" cy="79550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337177BD-61D7-4610-6C2F-89A1FACFC2A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29241" y="3294461"/>
            <a:ext cx="3376611" cy="405418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EAACD5B2-3311-26B6-AFCF-4FD5DEBF749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329241" y="3753877"/>
            <a:ext cx="3376611" cy="79550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533766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2F9EFE-3E38-5624-6F5C-8EA73167EB3F}"/>
              </a:ext>
            </a:extLst>
          </p:cNvPr>
          <p:cNvSpPr/>
          <p:nvPr userDrawn="1"/>
        </p:nvSpPr>
        <p:spPr>
          <a:xfrm flipH="1">
            <a:off x="6286420" y="1154010"/>
            <a:ext cx="2857577" cy="33810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127DC28-28A8-3A98-B7FB-41B0888536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48582" y="1156906"/>
            <a:ext cx="5535512" cy="25587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C38966B-9C0F-01D5-79F5-8D32825F662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8582" y="1466781"/>
            <a:ext cx="5535512" cy="40012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9DEBAB1A-CE11-600C-955B-5BF2329A48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74527" y="1243909"/>
            <a:ext cx="2769473" cy="32007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81972-256A-76B4-0FD9-61DDA03AA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9E9EB5-3229-F5DC-7AD8-BAEE16B592B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49F1EC6F-145D-0EDF-93B2-B29180FA048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48582" y="2040992"/>
            <a:ext cx="5535512" cy="25587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E05F433A-DD20-4C85-9DBB-0B8C1E977F5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8582" y="2350866"/>
            <a:ext cx="5535512" cy="40012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940A55E-D619-99C7-21D8-21E0C29C451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582" y="2925077"/>
            <a:ext cx="5535512" cy="25587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1BBECFA9-FFC1-ADE4-F361-2C7CE5C812B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8582" y="3234952"/>
            <a:ext cx="5535512" cy="40012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96E1E4FB-A003-416E-B5FD-06D318390D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8582" y="3809163"/>
            <a:ext cx="5535512" cy="255876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F627812D-F4DE-F22F-9151-6D1510AA1EE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8582" y="4119038"/>
            <a:ext cx="5535512" cy="400120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E46C6C-267F-F99A-35B8-CFC1641BE967}"/>
              </a:ext>
            </a:extLst>
          </p:cNvPr>
          <p:cNvSpPr/>
          <p:nvPr userDrawn="1"/>
        </p:nvSpPr>
        <p:spPr>
          <a:xfrm>
            <a:off x="6286417" y="2038174"/>
            <a:ext cx="88106" cy="1428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752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DD2B053-49CB-EC30-CB40-BD5B5A83362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40531" y="2094879"/>
            <a:ext cx="8262938" cy="2397350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C88A6C4B-DACE-AD62-1602-DB64BFC7F7D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8582" y="1267229"/>
            <a:ext cx="8154887" cy="531972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marL="0" marR="0" lvl="0" indent="0" algn="l" defTabSz="685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175855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BBD3D9D-E2D7-5928-9ACE-BC305ADE7015}"/>
              </a:ext>
            </a:extLst>
          </p:cNvPr>
          <p:cNvSpPr/>
          <p:nvPr userDrawn="1"/>
        </p:nvSpPr>
        <p:spPr>
          <a:xfrm>
            <a:off x="3979015" y="1301995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B6F7D80-7AE5-EF7E-CA93-91FFC8961EA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79015" y="1301995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0FC2368-512D-2676-8BCC-4005ACA137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99814" y="1617224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2DDCCD52-4493-F59D-7027-7C212038D4A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16339" y="2674977"/>
            <a:ext cx="2311322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C7EF7556-5224-47F1-49F3-0572DF21F2E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16339" y="3143801"/>
            <a:ext cx="2311322" cy="113418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5E8CF0-45DA-C681-8618-12E9EAF903D4}"/>
              </a:ext>
            </a:extLst>
          </p:cNvPr>
          <p:cNvSpPr/>
          <p:nvPr userDrawn="1"/>
        </p:nvSpPr>
        <p:spPr>
          <a:xfrm>
            <a:off x="6954823" y="1301995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BDF54D5-341A-BDB8-70D5-1D271A3306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54823" y="1301995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E42ED014-DC96-68EC-18BA-293A553763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075622" y="1617224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C94D2F51-651E-57C6-669A-9421CC54865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92147" y="2674977"/>
            <a:ext cx="2311322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F189AE72-78C6-B559-D0A6-2C7C78AB19A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392147" y="3143801"/>
            <a:ext cx="2311322" cy="113418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1B19D0-9F0D-EC21-F087-8B275D7C6526}"/>
              </a:ext>
            </a:extLst>
          </p:cNvPr>
          <p:cNvSpPr/>
          <p:nvPr userDrawn="1"/>
        </p:nvSpPr>
        <p:spPr>
          <a:xfrm>
            <a:off x="-1" y="1227111"/>
            <a:ext cx="3086179" cy="3050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C53EE9AC-019F-1A80-298A-9207C2D451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17603"/>
            <a:ext cx="2998073" cy="28698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2D268C-F2F5-0F07-54EC-3F1273607340}"/>
              </a:ext>
            </a:extLst>
          </p:cNvPr>
          <p:cNvSpPr/>
          <p:nvPr userDrawn="1"/>
        </p:nvSpPr>
        <p:spPr>
          <a:xfrm>
            <a:off x="2998073" y="2038174"/>
            <a:ext cx="88106" cy="1428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86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BBD3D9D-E2D7-5928-9ACE-BC305ADE7015}"/>
              </a:ext>
            </a:extLst>
          </p:cNvPr>
          <p:cNvSpPr/>
          <p:nvPr userDrawn="1"/>
        </p:nvSpPr>
        <p:spPr>
          <a:xfrm>
            <a:off x="3979015" y="1301995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6B6F7D80-7AE5-EF7E-CA93-91FFC8961EA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79015" y="1301995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0FC2368-512D-2676-8BCC-4005ACA137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99814" y="1617224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2DDCCD52-4493-F59D-7027-7C212038D4A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16339" y="2674977"/>
            <a:ext cx="2311322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C7EF7556-5224-47F1-49F3-0572DF21F2E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16339" y="3143801"/>
            <a:ext cx="2311322" cy="113418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5E8CF0-45DA-C681-8618-12E9EAF903D4}"/>
              </a:ext>
            </a:extLst>
          </p:cNvPr>
          <p:cNvSpPr/>
          <p:nvPr userDrawn="1"/>
        </p:nvSpPr>
        <p:spPr>
          <a:xfrm>
            <a:off x="6954823" y="1301995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BDF54D5-341A-BDB8-70D5-1D271A3306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54823" y="1301995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E42ED014-DC96-68EC-18BA-293A553763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075622" y="1617224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C94D2F51-651E-57C6-669A-9421CC54865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92147" y="2674977"/>
            <a:ext cx="2311322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F189AE72-78C6-B559-D0A6-2C7C78AB19A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392147" y="3143801"/>
            <a:ext cx="2311322" cy="113418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38544B-21D2-262C-C981-1D7DCCEB5D14}"/>
              </a:ext>
            </a:extLst>
          </p:cNvPr>
          <p:cNvSpPr/>
          <p:nvPr userDrawn="1"/>
        </p:nvSpPr>
        <p:spPr>
          <a:xfrm>
            <a:off x="1003208" y="1301995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8D65A88-3D58-17DC-77F6-8AE7BB2AECE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03208" y="1301995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69FB8B4-3C26-2BE2-C003-404C8606A6E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124008" y="1617224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242A120D-BDA9-915C-DCD1-0AFC1BFF099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40533" y="2674977"/>
            <a:ext cx="2311322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B823991-32C7-EBE3-826D-F3860C4B1F2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40533" y="3143801"/>
            <a:ext cx="2311322" cy="113418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20560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38544B-21D2-262C-C981-1D7DCCEB5D14}"/>
              </a:ext>
            </a:extLst>
          </p:cNvPr>
          <p:cNvSpPr/>
          <p:nvPr userDrawn="1"/>
        </p:nvSpPr>
        <p:spPr>
          <a:xfrm>
            <a:off x="816716" y="1301995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8D65A88-3D58-17DC-77F6-8AE7BB2AECE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6716" y="1301995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69FB8B4-3C26-2BE2-C003-404C8606A6E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37515" y="1617224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242A120D-BDA9-915C-DCD1-0AFC1BFF099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40533" y="2674977"/>
            <a:ext cx="1938335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B823991-32C7-EBE3-826D-F3860C4B1F2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40533" y="3143801"/>
            <a:ext cx="1938335" cy="113418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7E1E9FA-AC4E-30FC-8A99-858797B97B66}"/>
              </a:ext>
            </a:extLst>
          </p:cNvPr>
          <p:cNvSpPr/>
          <p:nvPr userDrawn="1"/>
        </p:nvSpPr>
        <p:spPr>
          <a:xfrm>
            <a:off x="2924916" y="1301995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265B468-859F-1E06-22D4-D26275A00E3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4916" y="1301995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514370B5-E372-E43E-4B15-6602BD67418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45716" y="1617224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3FD83ED0-13B6-25F1-C4A1-9418CE81206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48734" y="2674977"/>
            <a:ext cx="1938335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134FB468-D9D9-CE74-160F-CAE980F40A01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48734" y="3143801"/>
            <a:ext cx="1938335" cy="113418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BC5B901-E405-F8D7-B468-EF12534F70A7}"/>
              </a:ext>
            </a:extLst>
          </p:cNvPr>
          <p:cNvSpPr/>
          <p:nvPr userDrawn="1"/>
        </p:nvSpPr>
        <p:spPr>
          <a:xfrm>
            <a:off x="5033117" y="1301995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AE31375-8DF6-7D38-FF8B-0AFF50776C7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33117" y="1301995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A9F3FB69-FD5E-FB1B-71E8-12608992129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153916" y="1617224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F87C084B-36BB-9476-B80C-744F7BE4FED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656934" y="2674977"/>
            <a:ext cx="1938335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F959F4C-7A2A-06AD-17DD-4B2E59F4DF0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656934" y="3143801"/>
            <a:ext cx="1938335" cy="113418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4E01475-5550-5308-AF7E-15B3DFA38059}"/>
              </a:ext>
            </a:extLst>
          </p:cNvPr>
          <p:cNvSpPr/>
          <p:nvPr userDrawn="1"/>
        </p:nvSpPr>
        <p:spPr>
          <a:xfrm>
            <a:off x="7141316" y="1301995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A6DDA42-B49F-7CE3-D280-F6C3AC46970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41316" y="1301995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A097F08-88D7-A010-3509-A554FC81FF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262116" y="1617224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1BD7CF50-58D1-87B1-841E-E21B253549DB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765134" y="2674977"/>
            <a:ext cx="1938335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38B6C0F0-5AF6-CF29-4B27-DF99ABC8C33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6765134" y="3143801"/>
            <a:ext cx="1938335" cy="113418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62165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FF1F41E4-7D9B-768A-6C4F-63DD59094511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440531" y="1227535"/>
            <a:ext cx="3474244" cy="3050381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>
              <a:defRPr lang="en-GB" sz="1000">
                <a:solidFill>
                  <a:schemeClr val="tx1"/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D425B81B-0AA8-71EA-DCA8-A9F3FF3E7B6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229225" y="1227535"/>
            <a:ext cx="3474244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18765DFA-C25A-9B6D-BBB1-2893362F9CA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29225" y="1696360"/>
            <a:ext cx="3474244" cy="258155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35561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FF1F41E4-7D9B-768A-6C4F-63DD59094511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5231607" y="1227535"/>
            <a:ext cx="3474244" cy="3050381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>
              <a:defRPr lang="en-GB" sz="1000">
                <a:solidFill>
                  <a:schemeClr val="tx1"/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D425B81B-0AA8-71EA-DCA8-A9F3FF3E7B6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40531" y="1227535"/>
            <a:ext cx="3474244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18765DFA-C25A-9B6D-BBB1-2893362F9CA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40531" y="1696360"/>
            <a:ext cx="3474244" cy="258155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756897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4752948" y="-1522838"/>
            <a:ext cx="88106" cy="869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4C65B-B478-432C-11F3-1CCAEEB3A9A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4106" y="2372787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7723" y="3032870"/>
            <a:ext cx="2242184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7723" y="3501695"/>
            <a:ext cx="2242184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7723" y="2372788"/>
            <a:ext cx="2242184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E0537-39B8-01F9-6D88-D34A820CED5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485887" y="1269424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6913 h 2664000"/>
              <a:gd name="connsiteX3" fmla="*/ 1009831 w 1141764"/>
              <a:gd name="connsiteY3" fmla="*/ 1936913 h 2664000"/>
              <a:gd name="connsiteX4" fmla="*/ 1141764 w 1141764"/>
              <a:gd name="connsiteY4" fmla="*/ 2068846 h 2664000"/>
              <a:gd name="connsiteX5" fmla="*/ 1009831 w 1141764"/>
              <a:gd name="connsiteY5" fmla="*/ 2200779 h 2664000"/>
              <a:gd name="connsiteX6" fmla="*/ 18000 w 1141764"/>
              <a:gd name="connsiteY6" fmla="*/ 2200779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6913"/>
                </a:lnTo>
                <a:lnTo>
                  <a:pt x="1009831" y="1936913"/>
                </a:lnTo>
                <a:lnTo>
                  <a:pt x="1141764" y="2068846"/>
                </a:lnTo>
                <a:lnTo>
                  <a:pt x="1009831" y="2200779"/>
                </a:lnTo>
                <a:lnTo>
                  <a:pt x="18000" y="2200779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tx1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639504" y="3032870"/>
            <a:ext cx="2242184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F67207-8633-F157-D417-A811F5C912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07668" y="2372787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tIns="0" bIns="0" anchor="ctr">
            <a:noAutofit/>
          </a:bodyPr>
          <a:lstStyle>
            <a:lvl1pPr marL="0" indent="0">
              <a:buNone/>
              <a:defRPr sz="750" b="1">
                <a:solidFill>
                  <a:schemeClr val="tx1">
                    <a:alpha val="0"/>
                  </a:schemeClr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461285" y="3032870"/>
            <a:ext cx="2242184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461285" y="3501695"/>
            <a:ext cx="2242184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461285" y="2372788"/>
            <a:ext cx="2242184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639504" y="1288685"/>
            <a:ext cx="2242184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639504" y="1757510"/>
            <a:ext cx="2242184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03369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4752948" y="-1522838"/>
            <a:ext cx="88106" cy="869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29AF9-F63D-7CB3-576A-53A1C6A26A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4106" y="2372787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7723" y="3032870"/>
            <a:ext cx="1665242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7723" y="3501695"/>
            <a:ext cx="1665242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7723" y="2372788"/>
            <a:ext cx="1665242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A8A75-1625-4876-566C-AA3BA0A1B53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34350" y="1269424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6913 h 2664000"/>
              <a:gd name="connsiteX3" fmla="*/ 1009831 w 1141764"/>
              <a:gd name="connsiteY3" fmla="*/ 1936913 h 2664000"/>
              <a:gd name="connsiteX4" fmla="*/ 1141764 w 1141764"/>
              <a:gd name="connsiteY4" fmla="*/ 2068846 h 2664000"/>
              <a:gd name="connsiteX5" fmla="*/ 1009831 w 1141764"/>
              <a:gd name="connsiteY5" fmla="*/ 2200779 h 2664000"/>
              <a:gd name="connsiteX6" fmla="*/ 18000 w 1141764"/>
              <a:gd name="connsiteY6" fmla="*/ 2200779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6913"/>
                </a:lnTo>
                <a:lnTo>
                  <a:pt x="1009831" y="1936913"/>
                </a:lnTo>
                <a:lnTo>
                  <a:pt x="1141764" y="2068846"/>
                </a:lnTo>
                <a:lnTo>
                  <a:pt x="1009831" y="2200779"/>
                </a:lnTo>
                <a:lnTo>
                  <a:pt x="18000" y="2200779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887968" y="3032870"/>
            <a:ext cx="1665242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7AFAFC-46E5-14BD-8600-6EB21244965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804595" y="2372787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958212" y="3032870"/>
            <a:ext cx="1665242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958212" y="3501695"/>
            <a:ext cx="1665242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958212" y="2372788"/>
            <a:ext cx="1665242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FD2401-AE96-0584-838A-AD350CFC2E6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874838" y="1269424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6913 h 2664000"/>
              <a:gd name="connsiteX3" fmla="*/ 1009831 w 1141764"/>
              <a:gd name="connsiteY3" fmla="*/ 1936913 h 2664000"/>
              <a:gd name="connsiteX4" fmla="*/ 1141764 w 1141764"/>
              <a:gd name="connsiteY4" fmla="*/ 2068846 h 2664000"/>
              <a:gd name="connsiteX5" fmla="*/ 1009831 w 1141764"/>
              <a:gd name="connsiteY5" fmla="*/ 2200779 h 2664000"/>
              <a:gd name="connsiteX6" fmla="*/ 18000 w 1141764"/>
              <a:gd name="connsiteY6" fmla="*/ 2200779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6913"/>
                </a:lnTo>
                <a:lnTo>
                  <a:pt x="1009831" y="1936913"/>
                </a:lnTo>
                <a:lnTo>
                  <a:pt x="1141764" y="2068846"/>
                </a:lnTo>
                <a:lnTo>
                  <a:pt x="1009831" y="2200779"/>
                </a:lnTo>
                <a:lnTo>
                  <a:pt x="18000" y="2200779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32E39F6E-5616-1EC7-DA06-FA903B0B9CC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028456" y="3032870"/>
            <a:ext cx="1665242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887968" y="1288685"/>
            <a:ext cx="1665242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887968" y="1757510"/>
            <a:ext cx="1665242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9F88D094-280F-4883-8661-9A0BF47D066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028456" y="1288685"/>
            <a:ext cx="1665242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A9F31ADB-E84D-0E5A-C855-7382535346A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7028456" y="1757510"/>
            <a:ext cx="1665242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77122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4752948" y="-1522838"/>
            <a:ext cx="88106" cy="869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75C31-219D-A02E-F222-1A57035DB6D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4106" y="2372787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7723" y="3032870"/>
            <a:ext cx="1319687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7723" y="3501695"/>
            <a:ext cx="1319687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7723" y="2372788"/>
            <a:ext cx="1319687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A0D47-05C2-9BC0-F59C-51D49B0F64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305561" y="1274394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0286 h 2664000"/>
              <a:gd name="connsiteX3" fmla="*/ 1009831 w 1141764"/>
              <a:gd name="connsiteY3" fmla="*/ 1930286 h 2664000"/>
              <a:gd name="connsiteX4" fmla="*/ 1141764 w 1141764"/>
              <a:gd name="connsiteY4" fmla="*/ 2062219 h 2664000"/>
              <a:gd name="connsiteX5" fmla="*/ 1009831 w 1141764"/>
              <a:gd name="connsiteY5" fmla="*/ 2194152 h 2664000"/>
              <a:gd name="connsiteX6" fmla="*/ 18000 w 1141764"/>
              <a:gd name="connsiteY6" fmla="*/ 2194152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0286"/>
                </a:lnTo>
                <a:lnTo>
                  <a:pt x="1009831" y="1930286"/>
                </a:lnTo>
                <a:lnTo>
                  <a:pt x="1141764" y="2062219"/>
                </a:lnTo>
                <a:lnTo>
                  <a:pt x="1009831" y="2194152"/>
                </a:lnTo>
                <a:lnTo>
                  <a:pt x="18000" y="2194152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63" name="Text Placeholder 29">
            <a:extLst>
              <a:ext uri="{FF2B5EF4-FFF2-40B4-BE49-F238E27FC236}">
                <a16:creationId xmlns:a16="http://schemas.microsoft.com/office/drawing/2014/main" id="{C5DD8546-7846-83DD-C69C-139A5A7F21F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459178" y="1288999"/>
            <a:ext cx="1319687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4" name="Text Placeholder 29">
            <a:extLst>
              <a:ext uri="{FF2B5EF4-FFF2-40B4-BE49-F238E27FC236}">
                <a16:creationId xmlns:a16="http://schemas.microsoft.com/office/drawing/2014/main" id="{F16E4A49-2C01-191F-8326-F61D104B88E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459178" y="1757824"/>
            <a:ext cx="1319687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5" name="Text Placeholder 29">
            <a:extLst>
              <a:ext uri="{FF2B5EF4-FFF2-40B4-BE49-F238E27FC236}">
                <a16:creationId xmlns:a16="http://schemas.microsoft.com/office/drawing/2014/main" id="{B5F67B93-A329-BE6A-41F1-59E419F2B5B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459178" y="3032007"/>
            <a:ext cx="1319687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26093C-560C-352B-BFD7-C3CC93BC36D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947016" y="2372787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68" name="Text Placeholder 29">
            <a:extLst>
              <a:ext uri="{FF2B5EF4-FFF2-40B4-BE49-F238E27FC236}">
                <a16:creationId xmlns:a16="http://schemas.microsoft.com/office/drawing/2014/main" id="{48A5C6E0-43E1-EBAC-3627-302E662E865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100634" y="3032870"/>
            <a:ext cx="1319687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9" name="Text Placeholder 29">
            <a:extLst>
              <a:ext uri="{FF2B5EF4-FFF2-40B4-BE49-F238E27FC236}">
                <a16:creationId xmlns:a16="http://schemas.microsoft.com/office/drawing/2014/main" id="{92ADEB34-3562-FF59-B5E4-127C5221B69D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100634" y="3501695"/>
            <a:ext cx="1319687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0" name="Text Placeholder 29">
            <a:extLst>
              <a:ext uri="{FF2B5EF4-FFF2-40B4-BE49-F238E27FC236}">
                <a16:creationId xmlns:a16="http://schemas.microsoft.com/office/drawing/2014/main" id="{AEB128F4-BE54-8A4E-8B71-C822615400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100634" y="2372788"/>
            <a:ext cx="1319687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29A5CA-6490-C09D-8035-8669A156943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88471" y="1274394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30286 h 2664000"/>
              <a:gd name="connsiteX3" fmla="*/ 1009831 w 1141764"/>
              <a:gd name="connsiteY3" fmla="*/ 1930286 h 2664000"/>
              <a:gd name="connsiteX4" fmla="*/ 1141764 w 1141764"/>
              <a:gd name="connsiteY4" fmla="*/ 2062219 h 2664000"/>
              <a:gd name="connsiteX5" fmla="*/ 1009831 w 1141764"/>
              <a:gd name="connsiteY5" fmla="*/ 2194152 h 2664000"/>
              <a:gd name="connsiteX6" fmla="*/ 18000 w 1141764"/>
              <a:gd name="connsiteY6" fmla="*/ 2194152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30286"/>
                </a:lnTo>
                <a:lnTo>
                  <a:pt x="1009831" y="1930286"/>
                </a:lnTo>
                <a:lnTo>
                  <a:pt x="1141764" y="2062219"/>
                </a:lnTo>
                <a:lnTo>
                  <a:pt x="1009831" y="2194152"/>
                </a:lnTo>
                <a:lnTo>
                  <a:pt x="18000" y="2194152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73" name="Text Placeholder 29">
            <a:extLst>
              <a:ext uri="{FF2B5EF4-FFF2-40B4-BE49-F238E27FC236}">
                <a16:creationId xmlns:a16="http://schemas.microsoft.com/office/drawing/2014/main" id="{F761310B-EE7F-0F87-C86E-E6D63D440E4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5742089" y="1288999"/>
            <a:ext cx="1319687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4" name="Text Placeholder 29">
            <a:extLst>
              <a:ext uri="{FF2B5EF4-FFF2-40B4-BE49-F238E27FC236}">
                <a16:creationId xmlns:a16="http://schemas.microsoft.com/office/drawing/2014/main" id="{22D679C5-9724-078D-4FB9-33695B27C36A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742089" y="1757824"/>
            <a:ext cx="1319687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5" name="Text Placeholder 29">
            <a:extLst>
              <a:ext uri="{FF2B5EF4-FFF2-40B4-BE49-F238E27FC236}">
                <a16:creationId xmlns:a16="http://schemas.microsoft.com/office/drawing/2014/main" id="{6B7B7D1C-51CE-D9FF-4225-896F49CA329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742089" y="3032007"/>
            <a:ext cx="1319687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D41E683-1A91-BE24-5ADB-99D8017A12D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229927" y="2372787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78" name="Text Placeholder 29">
            <a:extLst>
              <a:ext uri="{FF2B5EF4-FFF2-40B4-BE49-F238E27FC236}">
                <a16:creationId xmlns:a16="http://schemas.microsoft.com/office/drawing/2014/main" id="{C9739B77-26F8-B08C-60D1-B8A8F10A410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7383544" y="3032870"/>
            <a:ext cx="1319687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9" name="Text Placeholder 29">
            <a:extLst>
              <a:ext uri="{FF2B5EF4-FFF2-40B4-BE49-F238E27FC236}">
                <a16:creationId xmlns:a16="http://schemas.microsoft.com/office/drawing/2014/main" id="{58402617-6AC8-711D-F79A-1D2968B5E9F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7383544" y="3501695"/>
            <a:ext cx="1319687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80" name="Text Placeholder 29">
            <a:extLst>
              <a:ext uri="{FF2B5EF4-FFF2-40B4-BE49-F238E27FC236}">
                <a16:creationId xmlns:a16="http://schemas.microsoft.com/office/drawing/2014/main" id="{EEF0B2A5-748A-C294-5F9B-7654A8F5505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383544" y="2372788"/>
            <a:ext cx="1319687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84547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3E35AF-2434-732B-7077-725C8432F6CD}"/>
              </a:ext>
            </a:extLst>
          </p:cNvPr>
          <p:cNvSpPr/>
          <p:nvPr userDrawn="1"/>
        </p:nvSpPr>
        <p:spPr>
          <a:xfrm rot="5400000">
            <a:off x="4752948" y="-1522838"/>
            <a:ext cx="88106" cy="869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C45824E-FA98-3F48-43A4-48FA0DA290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4106" y="2372787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7723" y="3032870"/>
            <a:ext cx="1143237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7723" y="3501695"/>
            <a:ext cx="1143237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7723" y="2372788"/>
            <a:ext cx="1143237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32042ABC-7363-45D1-6C7E-996659DD27C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008948" y="1287610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12665 h 2664000"/>
              <a:gd name="connsiteX3" fmla="*/ 1009831 w 1141764"/>
              <a:gd name="connsiteY3" fmla="*/ 1912665 h 2664000"/>
              <a:gd name="connsiteX4" fmla="*/ 1141764 w 1141764"/>
              <a:gd name="connsiteY4" fmla="*/ 2044598 h 2664000"/>
              <a:gd name="connsiteX5" fmla="*/ 1009831 w 1141764"/>
              <a:gd name="connsiteY5" fmla="*/ 2176531 h 2664000"/>
              <a:gd name="connsiteX6" fmla="*/ 18000 w 1141764"/>
              <a:gd name="connsiteY6" fmla="*/ 2176531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12665"/>
                </a:lnTo>
                <a:lnTo>
                  <a:pt x="1009831" y="1912665"/>
                </a:lnTo>
                <a:lnTo>
                  <a:pt x="1141764" y="2044598"/>
                </a:lnTo>
                <a:lnTo>
                  <a:pt x="1009831" y="2176531"/>
                </a:lnTo>
                <a:lnTo>
                  <a:pt x="18000" y="2176531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38C63DFC-2B10-361A-FCA7-CF7597B1839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162565" y="1290389"/>
            <a:ext cx="1143237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B083110B-0B44-1AE1-53ED-162013C095D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162565" y="1759214"/>
            <a:ext cx="1143237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A255DCBF-68F9-FF27-692F-BEEBCCC1EAB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162565" y="3030361"/>
            <a:ext cx="1143237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1BB48274-CC80-A14B-889A-6A18E60C2E7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53790" y="2372787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94F075A8-69C1-48E5-5F7F-3498229CA9E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507407" y="3032870"/>
            <a:ext cx="1143237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1EBDC6D4-7B18-8ABB-464C-5594F2C77E2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507407" y="3501695"/>
            <a:ext cx="1143237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A7B1BFF0-812C-FDEC-F620-A11909471D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507407" y="2372788"/>
            <a:ext cx="1143237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F789DB73-A7E4-0B6C-FAC9-BBEEAC72053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698632" y="1287610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12665 h 2664000"/>
              <a:gd name="connsiteX3" fmla="*/ 1009831 w 1141764"/>
              <a:gd name="connsiteY3" fmla="*/ 1912665 h 2664000"/>
              <a:gd name="connsiteX4" fmla="*/ 1141764 w 1141764"/>
              <a:gd name="connsiteY4" fmla="*/ 2044598 h 2664000"/>
              <a:gd name="connsiteX5" fmla="*/ 1009831 w 1141764"/>
              <a:gd name="connsiteY5" fmla="*/ 2176531 h 2664000"/>
              <a:gd name="connsiteX6" fmla="*/ 18000 w 1141764"/>
              <a:gd name="connsiteY6" fmla="*/ 2176531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12665"/>
                </a:lnTo>
                <a:lnTo>
                  <a:pt x="1009831" y="1912665"/>
                </a:lnTo>
                <a:lnTo>
                  <a:pt x="1141764" y="2044598"/>
                </a:lnTo>
                <a:lnTo>
                  <a:pt x="1009831" y="2176531"/>
                </a:lnTo>
                <a:lnTo>
                  <a:pt x="18000" y="2176531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DFB0D309-AB17-47AE-C87C-CB3AE74D48F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852250" y="1290389"/>
            <a:ext cx="1143237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ED0C3C28-B9D9-204C-3BAC-8C8324471AB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852250" y="1759214"/>
            <a:ext cx="1143237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8DAE8AB0-2EDB-576D-0B84-B8E5131877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852250" y="3030361"/>
            <a:ext cx="1143237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AE0F66E6-C9FC-6A68-DE85-AF17E4FB36A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043475" y="2372787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465762 h 2664000"/>
              <a:gd name="connsiteX3" fmla="*/ 1009831 w 1141764"/>
              <a:gd name="connsiteY3" fmla="*/ 465762 h 2664000"/>
              <a:gd name="connsiteX4" fmla="*/ 1141764 w 1141764"/>
              <a:gd name="connsiteY4" fmla="*/ 597695 h 2664000"/>
              <a:gd name="connsiteX5" fmla="*/ 1009831 w 1141764"/>
              <a:gd name="connsiteY5" fmla="*/ 729628 h 2664000"/>
              <a:gd name="connsiteX6" fmla="*/ 18000 w 1141764"/>
              <a:gd name="connsiteY6" fmla="*/ 729628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465762"/>
                </a:lnTo>
                <a:lnTo>
                  <a:pt x="1009831" y="465762"/>
                </a:lnTo>
                <a:lnTo>
                  <a:pt x="1141764" y="597695"/>
                </a:lnTo>
                <a:lnTo>
                  <a:pt x="1009831" y="729628"/>
                </a:lnTo>
                <a:lnTo>
                  <a:pt x="18000" y="729628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AD762095-069D-4BD6-640E-EA976F90EBE8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197092" y="3032870"/>
            <a:ext cx="1143237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8B4A0DAC-82E4-6662-A9B3-71544EC46FB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197092" y="3501695"/>
            <a:ext cx="1143237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80354A45-56CA-A32F-60C5-C779D9B604C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197092" y="2372788"/>
            <a:ext cx="1143237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7B36B24-800C-2D6E-5DD0-17E657548EC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388317" y="1287610"/>
            <a:ext cx="856323" cy="1998000"/>
          </a:xfrm>
          <a:custGeom>
            <a:avLst/>
            <a:gdLst>
              <a:gd name="connsiteX0" fmla="*/ 0 w 1141764"/>
              <a:gd name="connsiteY0" fmla="*/ 0 h 2664000"/>
              <a:gd name="connsiteX1" fmla="*/ 18000 w 1141764"/>
              <a:gd name="connsiteY1" fmla="*/ 0 h 2664000"/>
              <a:gd name="connsiteX2" fmla="*/ 18000 w 1141764"/>
              <a:gd name="connsiteY2" fmla="*/ 1912665 h 2664000"/>
              <a:gd name="connsiteX3" fmla="*/ 1009831 w 1141764"/>
              <a:gd name="connsiteY3" fmla="*/ 1912665 h 2664000"/>
              <a:gd name="connsiteX4" fmla="*/ 1141764 w 1141764"/>
              <a:gd name="connsiteY4" fmla="*/ 2044598 h 2664000"/>
              <a:gd name="connsiteX5" fmla="*/ 1009831 w 1141764"/>
              <a:gd name="connsiteY5" fmla="*/ 2176531 h 2664000"/>
              <a:gd name="connsiteX6" fmla="*/ 18000 w 1141764"/>
              <a:gd name="connsiteY6" fmla="*/ 2176531 h 2664000"/>
              <a:gd name="connsiteX7" fmla="*/ 18000 w 1141764"/>
              <a:gd name="connsiteY7" fmla="*/ 2664000 h 2664000"/>
              <a:gd name="connsiteX8" fmla="*/ 0 w 1141764"/>
              <a:gd name="connsiteY8" fmla="*/ 2664000 h 26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41764" h="2664000">
                <a:moveTo>
                  <a:pt x="0" y="0"/>
                </a:moveTo>
                <a:lnTo>
                  <a:pt x="18000" y="0"/>
                </a:lnTo>
                <a:lnTo>
                  <a:pt x="18000" y="1912665"/>
                </a:lnTo>
                <a:lnTo>
                  <a:pt x="1009831" y="1912665"/>
                </a:lnTo>
                <a:lnTo>
                  <a:pt x="1141764" y="2044598"/>
                </a:lnTo>
                <a:lnTo>
                  <a:pt x="1009831" y="2176531"/>
                </a:lnTo>
                <a:lnTo>
                  <a:pt x="18000" y="2176531"/>
                </a:lnTo>
                <a:lnTo>
                  <a:pt x="18000" y="2664000"/>
                </a:lnTo>
                <a:lnTo>
                  <a:pt x="0" y="2664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vert="horz" wrap="square" lIns="91440" tIns="0" rIns="91440" bIns="0" rtlCol="0" anchor="ctr">
            <a:noAutofit/>
          </a:bodyPr>
          <a:lstStyle>
            <a:lvl1pPr>
              <a:defRPr lang="en-ID" sz="750" dirty="0"/>
            </a:lvl1pPr>
          </a:lstStyle>
          <a:p>
            <a:pPr lvl="0"/>
            <a:r>
              <a:rPr lang="en-US" dirty="0"/>
              <a:t>.</a:t>
            </a:r>
            <a:endParaRPr lang="en-ID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5F91528B-4016-9A18-C984-2859E73B2C44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7541934" y="1290389"/>
            <a:ext cx="1143237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49AA65F4-5D9F-C19E-6142-74B8F0A68D43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7541934" y="1759214"/>
            <a:ext cx="1143237" cy="85620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4989308E-DDCB-3B4E-8245-6F016843BB6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541934" y="3030361"/>
            <a:ext cx="1143237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l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59230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783CBED-341E-9027-5136-D2E9011380BC}"/>
              </a:ext>
            </a:extLst>
          </p:cNvPr>
          <p:cNvGrpSpPr/>
          <p:nvPr userDrawn="1"/>
        </p:nvGrpSpPr>
        <p:grpSpPr>
          <a:xfrm>
            <a:off x="3102767" y="2333733"/>
            <a:ext cx="2942576" cy="980859"/>
            <a:chOff x="4134283" y="2771991"/>
            <a:chExt cx="3923434" cy="130781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696EBF9-8AB2-F4FA-7FAE-3BCD3D884CED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14" name="Arc 47">
                <a:extLst>
                  <a:ext uri="{FF2B5EF4-FFF2-40B4-BE49-F238E27FC236}">
                    <a16:creationId xmlns:a16="http://schemas.microsoft.com/office/drawing/2014/main" id="{4D12145B-7BD1-58A9-8595-5786D4C8288E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5" name="Arc 48">
                <a:extLst>
                  <a:ext uri="{FF2B5EF4-FFF2-40B4-BE49-F238E27FC236}">
                    <a16:creationId xmlns:a16="http://schemas.microsoft.com/office/drawing/2014/main" id="{35F410C9-0806-C24E-88F1-F0B46FF46EE8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7" name="Arc 49">
                <a:extLst>
                  <a:ext uri="{FF2B5EF4-FFF2-40B4-BE49-F238E27FC236}">
                    <a16:creationId xmlns:a16="http://schemas.microsoft.com/office/drawing/2014/main" id="{5C217920-EEE8-FF60-C8AB-64E1405FB7D1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07D22F-9B24-068A-0853-66329223CF03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F67735F8-5205-EA06-C7D5-B6D58607C979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3F9BD18F-83E3-0B59-1C8B-CCB9AB85D5A9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D1F84C90-514B-343E-5F5B-7AB8ACE9B5CD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7723" y="1558466"/>
            <a:ext cx="2242184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7723" y="2027291"/>
            <a:ext cx="2242184" cy="53956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120696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101554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084095" y="1558466"/>
            <a:ext cx="2242184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084095" y="2027291"/>
            <a:ext cx="2242184" cy="53956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082413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450908" y="3480333"/>
            <a:ext cx="2242184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450908" y="3949158"/>
            <a:ext cx="2242184" cy="53956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53735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D5833C4-DC12-C256-8147-AB2E873090F7}"/>
              </a:ext>
            </a:extLst>
          </p:cNvPr>
          <p:cNvGrpSpPr/>
          <p:nvPr userDrawn="1"/>
        </p:nvGrpSpPr>
        <p:grpSpPr>
          <a:xfrm>
            <a:off x="2567819" y="2333733"/>
            <a:ext cx="3923433" cy="980859"/>
            <a:chOff x="4134283" y="3357980"/>
            <a:chExt cx="5231244" cy="13078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01BCF58-0363-AD55-7706-7577015208AD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27" name="Arc 47">
                <a:extLst>
                  <a:ext uri="{FF2B5EF4-FFF2-40B4-BE49-F238E27FC236}">
                    <a16:creationId xmlns:a16="http://schemas.microsoft.com/office/drawing/2014/main" id="{1BF9A4E5-A19D-055D-8E75-99214E96ED1B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28" name="Arc 48">
                <a:extLst>
                  <a:ext uri="{FF2B5EF4-FFF2-40B4-BE49-F238E27FC236}">
                    <a16:creationId xmlns:a16="http://schemas.microsoft.com/office/drawing/2014/main" id="{5CC87E2F-50E6-39DD-CDFC-305C19C07B98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E84A738-0246-4B22-A768-845597DB34B1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25" name="Arc 47">
                <a:extLst>
                  <a:ext uri="{FF2B5EF4-FFF2-40B4-BE49-F238E27FC236}">
                    <a16:creationId xmlns:a16="http://schemas.microsoft.com/office/drawing/2014/main" id="{05BC3C8F-7B44-2BED-6193-E93BB9B72472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26" name="Arc 48">
                <a:extLst>
                  <a:ext uri="{FF2B5EF4-FFF2-40B4-BE49-F238E27FC236}">
                    <a16:creationId xmlns:a16="http://schemas.microsoft.com/office/drawing/2014/main" id="{8F3EF4B7-90AB-C7DA-B8CB-018463EB1B1D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9FB1F07-E1F7-E735-3584-493086F95515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D0384BA1-F92B-41F3-C1AE-23727B73848C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5EBDB500-C547-2D2E-C1E5-DA481BCDCED5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836FD13-85D3-B050-415C-DA5E49AA432F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17EDC98A-FAF8-1636-961C-0E3CB7409E03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52C6782D-6669-5C6D-6338-0D1D8E749EFB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70605" y="2209868"/>
            <a:ext cx="1895075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70605" y="2678693"/>
            <a:ext cx="1895075" cy="72932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3" name="Text Placeholder 29">
            <a:extLst>
              <a:ext uri="{FF2B5EF4-FFF2-40B4-BE49-F238E27FC236}">
                <a16:creationId xmlns:a16="http://schemas.microsoft.com/office/drawing/2014/main" id="{261031B1-B982-A042-4CFA-1D2651953B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072427" y="1081272"/>
            <a:ext cx="1895075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64" name="Text Placeholder 29">
            <a:extLst>
              <a:ext uri="{FF2B5EF4-FFF2-40B4-BE49-F238E27FC236}">
                <a16:creationId xmlns:a16="http://schemas.microsoft.com/office/drawing/2014/main" id="{9A88BB22-41E4-5ACD-09E4-4157B024B08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072427" y="1550097"/>
            <a:ext cx="1895075" cy="72932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9A4B37EF-352C-7F66-A0C7-B1AAC332DF0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093011" y="3447694"/>
            <a:ext cx="1895075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8AD0A0A8-C4B1-7D11-7CF8-B6C55DDAF46D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3093011" y="3916519"/>
            <a:ext cx="1895075" cy="72932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9F88D094-280F-4883-8661-9A0BF47D066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676035" y="2209868"/>
            <a:ext cx="1895075" cy="414824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l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A9F31ADB-E84D-0E5A-C855-7382535346A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6676035" y="2678693"/>
            <a:ext cx="1895075" cy="729325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l">
              <a:buNone/>
              <a:defRPr sz="12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585747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0" name="Text Placeholder 29">
            <a:extLst>
              <a:ext uri="{FF2B5EF4-FFF2-40B4-BE49-F238E27FC236}">
                <a16:creationId xmlns:a16="http://schemas.microsoft.com/office/drawing/2014/main" id="{E10C62AC-5F15-FEF7-14F7-69E74FF548B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567712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5" name="Text Placeholder 29">
            <a:extLst>
              <a:ext uri="{FF2B5EF4-FFF2-40B4-BE49-F238E27FC236}">
                <a16:creationId xmlns:a16="http://schemas.microsoft.com/office/drawing/2014/main" id="{071D6C45-DAA5-4D1C-9957-40129325EB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49676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70" name="Text Placeholder 29">
            <a:extLst>
              <a:ext uri="{FF2B5EF4-FFF2-40B4-BE49-F238E27FC236}">
                <a16:creationId xmlns:a16="http://schemas.microsoft.com/office/drawing/2014/main" id="{32E39F6E-5616-1EC7-DA06-FA903B0B9CC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531641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12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829253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FE2AD4A-FFA7-E356-533B-3682CE748F60}"/>
              </a:ext>
            </a:extLst>
          </p:cNvPr>
          <p:cNvGrpSpPr/>
          <p:nvPr userDrawn="1"/>
        </p:nvGrpSpPr>
        <p:grpSpPr>
          <a:xfrm>
            <a:off x="2062705" y="2333733"/>
            <a:ext cx="4904291" cy="980859"/>
            <a:chOff x="3480378" y="3357980"/>
            <a:chExt cx="6539055" cy="1307812"/>
          </a:xfrm>
        </p:grpSpPr>
        <p:sp>
          <p:nvSpPr>
            <p:cNvPr id="12" name="Arc 47">
              <a:extLst>
                <a:ext uri="{FF2B5EF4-FFF2-40B4-BE49-F238E27FC236}">
                  <a16:creationId xmlns:a16="http://schemas.microsoft.com/office/drawing/2014/main" id="{5ADE87A4-1E17-504F-FC08-4E5317FA8905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58CDE690-F1D3-A2E1-1A15-211FF078FDDB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4" name="Arc 48">
              <a:extLst>
                <a:ext uri="{FF2B5EF4-FFF2-40B4-BE49-F238E27FC236}">
                  <a16:creationId xmlns:a16="http://schemas.microsoft.com/office/drawing/2014/main" id="{98761B8C-B84E-693F-B36F-FB9CE49972F3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5" name="Arc 47">
              <a:extLst>
                <a:ext uri="{FF2B5EF4-FFF2-40B4-BE49-F238E27FC236}">
                  <a16:creationId xmlns:a16="http://schemas.microsoft.com/office/drawing/2014/main" id="{1D5F6001-25C6-ED50-DAA0-C9A450EADBDD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7" name="Arc 48">
              <a:extLst>
                <a:ext uri="{FF2B5EF4-FFF2-40B4-BE49-F238E27FC236}">
                  <a16:creationId xmlns:a16="http://schemas.microsoft.com/office/drawing/2014/main" id="{0DB28EB5-007D-E1A3-1B43-13A6960317E9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B5A7E809-373A-B623-3766-CF30FDAA10EB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93CEF93B-B80E-035A-FF60-EEF1EF615D77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BAFB1B3D-BB79-C97B-8395-4A58A130AAD1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5058C121-2A3B-AC59-790A-F454E0E4910D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64F625EA-4806-1F64-7CEA-1D02E08887B3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801067" y="1130589"/>
            <a:ext cx="1525698" cy="35903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801067" y="1543628"/>
            <a:ext cx="1525698" cy="66752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80634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63" name="Text Placeholder 29">
            <a:extLst>
              <a:ext uri="{FF2B5EF4-FFF2-40B4-BE49-F238E27FC236}">
                <a16:creationId xmlns:a16="http://schemas.microsoft.com/office/drawing/2014/main" id="{C5DD8546-7846-83DD-C69C-139A5A7F21F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779931" y="3414199"/>
            <a:ext cx="1525698" cy="35903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4" name="Text Placeholder 29">
            <a:extLst>
              <a:ext uri="{FF2B5EF4-FFF2-40B4-BE49-F238E27FC236}">
                <a16:creationId xmlns:a16="http://schemas.microsoft.com/office/drawing/2014/main" id="{F16E4A49-2C01-191F-8326-F61D104B88EC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779931" y="3827238"/>
            <a:ext cx="1525698" cy="66752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5" name="Text Placeholder 29">
            <a:extLst>
              <a:ext uri="{FF2B5EF4-FFF2-40B4-BE49-F238E27FC236}">
                <a16:creationId xmlns:a16="http://schemas.microsoft.com/office/drawing/2014/main" id="{B5F67B93-A329-BE6A-41F1-59E419F2B5B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061492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68" name="Text Placeholder 29">
            <a:extLst>
              <a:ext uri="{FF2B5EF4-FFF2-40B4-BE49-F238E27FC236}">
                <a16:creationId xmlns:a16="http://schemas.microsoft.com/office/drawing/2014/main" id="{48A5C6E0-43E1-EBAC-3627-302E662E865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758794" y="1130589"/>
            <a:ext cx="1525698" cy="35903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69" name="Text Placeholder 29">
            <a:extLst>
              <a:ext uri="{FF2B5EF4-FFF2-40B4-BE49-F238E27FC236}">
                <a16:creationId xmlns:a16="http://schemas.microsoft.com/office/drawing/2014/main" id="{92ADEB34-3562-FF59-B5E4-127C5221B69D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758794" y="1543628"/>
            <a:ext cx="1525698" cy="66752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0" name="Text Placeholder 29">
            <a:extLst>
              <a:ext uri="{FF2B5EF4-FFF2-40B4-BE49-F238E27FC236}">
                <a16:creationId xmlns:a16="http://schemas.microsoft.com/office/drawing/2014/main" id="{AEB128F4-BE54-8A4E-8B71-C822615400B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042350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73" name="Text Placeholder 29">
            <a:extLst>
              <a:ext uri="{FF2B5EF4-FFF2-40B4-BE49-F238E27FC236}">
                <a16:creationId xmlns:a16="http://schemas.microsoft.com/office/drawing/2014/main" id="{F761310B-EE7F-0F87-C86E-E6D63D440E48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737657" y="3414199"/>
            <a:ext cx="1525698" cy="35903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4" name="Text Placeholder 29">
            <a:extLst>
              <a:ext uri="{FF2B5EF4-FFF2-40B4-BE49-F238E27FC236}">
                <a16:creationId xmlns:a16="http://schemas.microsoft.com/office/drawing/2014/main" id="{22D679C5-9724-078D-4FB9-33695B27C36A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737657" y="3827238"/>
            <a:ext cx="1525698" cy="66752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5" name="Text Placeholder 29">
            <a:extLst>
              <a:ext uri="{FF2B5EF4-FFF2-40B4-BE49-F238E27FC236}">
                <a16:creationId xmlns:a16="http://schemas.microsoft.com/office/drawing/2014/main" id="{6B7B7D1C-51CE-D9FF-4225-896F49CA329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023208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78" name="Text Placeholder 29">
            <a:extLst>
              <a:ext uri="{FF2B5EF4-FFF2-40B4-BE49-F238E27FC236}">
                <a16:creationId xmlns:a16="http://schemas.microsoft.com/office/drawing/2014/main" id="{C9739B77-26F8-B08C-60D1-B8A8F10A410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5716520" y="1130589"/>
            <a:ext cx="1525698" cy="359039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79" name="Text Placeholder 29">
            <a:extLst>
              <a:ext uri="{FF2B5EF4-FFF2-40B4-BE49-F238E27FC236}">
                <a16:creationId xmlns:a16="http://schemas.microsoft.com/office/drawing/2014/main" id="{58402617-6AC8-711D-F79A-1D2968B5E9F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5716520" y="1543628"/>
            <a:ext cx="1525698" cy="66752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80" name="Text Placeholder 29">
            <a:extLst>
              <a:ext uri="{FF2B5EF4-FFF2-40B4-BE49-F238E27FC236}">
                <a16:creationId xmlns:a16="http://schemas.microsoft.com/office/drawing/2014/main" id="{EEF0B2A5-748A-C294-5F9B-7654A8F5505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004066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28473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3C0172F-B0C5-5179-7441-64802A951866}"/>
              </a:ext>
            </a:extLst>
          </p:cNvPr>
          <p:cNvGrpSpPr/>
          <p:nvPr userDrawn="1"/>
        </p:nvGrpSpPr>
        <p:grpSpPr>
          <a:xfrm>
            <a:off x="1579419" y="2333733"/>
            <a:ext cx="5885150" cy="980859"/>
            <a:chOff x="2105892" y="3357980"/>
            <a:chExt cx="7846866" cy="1307812"/>
          </a:xfrm>
        </p:grpSpPr>
        <p:sp>
          <p:nvSpPr>
            <p:cNvPr id="8" name="Arc 48">
              <a:extLst>
                <a:ext uri="{FF2B5EF4-FFF2-40B4-BE49-F238E27FC236}">
                  <a16:creationId xmlns:a16="http://schemas.microsoft.com/office/drawing/2014/main" id="{9A253063-EE6B-D083-6F61-BBE64C38960B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0" name="Arc 47">
              <a:extLst>
                <a:ext uri="{FF2B5EF4-FFF2-40B4-BE49-F238E27FC236}">
                  <a16:creationId xmlns:a16="http://schemas.microsoft.com/office/drawing/2014/main" id="{4EDBEE68-316F-FC47-07A7-0FAC8903F7DA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2" name="Arc 47">
              <a:extLst>
                <a:ext uri="{FF2B5EF4-FFF2-40B4-BE49-F238E27FC236}">
                  <a16:creationId xmlns:a16="http://schemas.microsoft.com/office/drawing/2014/main" id="{1EFE890F-CEFD-D528-19D9-E4CBFABB117D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7" name="Arc 48">
              <a:extLst>
                <a:ext uri="{FF2B5EF4-FFF2-40B4-BE49-F238E27FC236}">
                  <a16:creationId xmlns:a16="http://schemas.microsoft.com/office/drawing/2014/main" id="{A57667EE-D2C4-239A-030B-7C8B4BBAF00B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8" name="Arc 47">
              <a:extLst>
                <a:ext uri="{FF2B5EF4-FFF2-40B4-BE49-F238E27FC236}">
                  <a16:creationId xmlns:a16="http://schemas.microsoft.com/office/drawing/2014/main" id="{00C81707-9191-4714-D517-44546ED45566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3" name="Arc 48">
              <a:extLst>
                <a:ext uri="{FF2B5EF4-FFF2-40B4-BE49-F238E27FC236}">
                  <a16:creationId xmlns:a16="http://schemas.microsoft.com/office/drawing/2014/main" id="{7FBC14EA-9CCC-BEEB-B54C-53700C77D219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 dirty="0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35155D2-A2D3-10AB-5EF6-072F8751001D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B8117C9-E8C5-9596-F171-65CE5050C18D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10E889D3-429D-A6B3-DEB6-A47E3EFB5D17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539BBFBC-57F0-2F45-4572-94B259910D99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D40E2498-6077-B609-5EFB-A6A94E3FCD7D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59492140-7C6C-86CC-854C-D950D30A7216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2" y="439579"/>
            <a:ext cx="8154887" cy="531971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9267"/>
            <a:ext cx="0" cy="532283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Text Placeholder 29">
            <a:extLst>
              <a:ext uri="{FF2B5EF4-FFF2-40B4-BE49-F238E27FC236}">
                <a16:creationId xmlns:a16="http://schemas.microsoft.com/office/drawing/2014/main" id="{7014ED8C-D9A2-3233-BF99-B959865B48B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362919" y="1155679"/>
            <a:ext cx="1407536" cy="35921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27A02D2A-8972-F536-0B27-7D642847058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362919" y="1568892"/>
            <a:ext cx="1407536" cy="66430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5C686B82-2E00-D61D-3AA1-3461944BF43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598414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38C63DFC-2B10-361A-FCA7-CF7597B1839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344518" y="3415130"/>
            <a:ext cx="1407536" cy="35921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B083110B-0B44-1AE1-53ED-162013C095D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2344518" y="3828344"/>
            <a:ext cx="1407536" cy="66430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A255DCBF-68F9-FF27-692F-BEEBCCC1EAB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78212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94F075A8-69C1-48E5-5F7F-3498229CA9E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326116" y="1155679"/>
            <a:ext cx="1407536" cy="35921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1EBDC6D4-7B18-8ABB-464C-5594F2C77E24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326116" y="1568892"/>
            <a:ext cx="1407536" cy="66430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A7B1BFF0-812C-FDEC-F620-A11909471D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558011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DFB0D309-AB17-47AE-C87C-CB3AE74D48F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307715" y="3415130"/>
            <a:ext cx="1407536" cy="35921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ED0C3C28-B9D9-204C-3BAC-8C8324471AB7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307715" y="3828344"/>
            <a:ext cx="1407536" cy="66430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8DAE8AB0-2EDB-576D-0B84-B8E5131877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537809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AD762095-069D-4BD6-640E-EA976F90EBE8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5289313" y="1155679"/>
            <a:ext cx="1407536" cy="35921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8B4A0DAC-82E4-6662-A9B3-71544EC46FB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5289313" y="1568892"/>
            <a:ext cx="1407536" cy="66430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80354A45-56CA-A32F-60C5-C779D9B604C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517608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5F91528B-4016-9A18-C984-2859E73B2C44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6270913" y="3415130"/>
            <a:ext cx="1407536" cy="35921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 marL="0" indent="0" algn="ctr">
              <a:buNone/>
              <a:defRPr sz="10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</a:t>
            </a:r>
            <a:endParaRPr lang="en-ID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49AA65F4-5D9F-C19E-6142-74B8F0A68D43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6270913" y="3828344"/>
            <a:ext cx="1407536" cy="664303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 algn="ctr">
              <a:buNone/>
              <a:defRPr sz="900" b="0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4989308E-DDCB-3B4E-8245-6F016843BB6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497405" y="2706886"/>
            <a:ext cx="945000" cy="234554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 algn="ctr">
              <a:buNone/>
              <a:defRPr sz="975" b="1">
                <a:solidFill>
                  <a:schemeClr val="accent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Milestone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166445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98" userDrawn="1">
          <p15:clr>
            <a:srgbClr val="FBAE40"/>
          </p15:clr>
        </p15:guide>
        <p15:guide id="2" pos="4394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477C-8D55-B4B8-85DD-DAF85A20D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83" y="443083"/>
            <a:ext cx="8154886" cy="1001078"/>
          </a:xfr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657BBCF-CA9E-FB2C-CA76-82D2795FF96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42772"/>
            <a:ext cx="0" cy="10017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192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52E3F75-A181-1CEF-4892-A00A828F0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C465D62-3382-034B-3BC4-9FA6DDBCB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133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9593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440532" y="-1"/>
            <a:ext cx="2530078" cy="31146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A12A248-A253-479D-9025-EA656915B2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792" y="94045"/>
            <a:ext cx="2524115" cy="3114675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050">
                <a:solidFill>
                  <a:schemeClr val="tx1"/>
                </a:solidFill>
              </a:defRPr>
            </a:lvl1pPr>
          </a:lstStyle>
          <a:p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09025" y="438150"/>
            <a:ext cx="5294444" cy="277057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9024" y="3289719"/>
            <a:ext cx="5294444" cy="1067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350" b="0">
                <a:solidFill>
                  <a:schemeClr val="tx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3269A7-B0E7-4766-A676-0A4011D4BE7D}"/>
              </a:ext>
            </a:extLst>
          </p:cNvPr>
          <p:cNvSpPr/>
          <p:nvPr userDrawn="1"/>
        </p:nvSpPr>
        <p:spPr>
          <a:xfrm>
            <a:off x="440532" y="3643312"/>
            <a:ext cx="2530078" cy="15001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3409024" y="3208719"/>
            <a:ext cx="1162976" cy="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19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440531" y="438150"/>
            <a:ext cx="8262936" cy="4267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574442"/>
            <a:ext cx="7181849" cy="1634277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40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3289719"/>
            <a:ext cx="7181849" cy="1067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1350" b="0">
                <a:solidFill>
                  <a:schemeClr val="tx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3664482" y="3208719"/>
            <a:ext cx="1815035" cy="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5570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440531" y="0"/>
            <a:ext cx="8262936" cy="320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574442"/>
            <a:ext cx="7181849" cy="1634277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40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3289719"/>
            <a:ext cx="7181849" cy="1067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1350" b="0">
                <a:solidFill>
                  <a:schemeClr val="tx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3664482" y="3208719"/>
            <a:ext cx="1815035" cy="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16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5262733" y="0"/>
            <a:ext cx="3351437" cy="43576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A12A248-A253-479D-9025-EA656915B2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930" y="115934"/>
            <a:ext cx="3343538" cy="412581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ID" sz="1050" dirty="0"/>
            </a:lvl1pPr>
          </a:lstStyle>
          <a:p>
            <a:pPr lvl="0" algn="ctr"/>
            <a:endParaRPr lang="en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535" y="438150"/>
            <a:ext cx="4131465" cy="277057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534" y="3289719"/>
            <a:ext cx="4131465" cy="1067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350" b="0">
                <a:solidFill>
                  <a:schemeClr val="tx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440533" y="3208719"/>
            <a:ext cx="1162976" cy="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58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1" y="1186466"/>
            <a:ext cx="9143999" cy="27705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535" y="1364456"/>
            <a:ext cx="8262932" cy="135134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533" y="2796800"/>
            <a:ext cx="8262935" cy="9822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1350" b="0">
                <a:solidFill>
                  <a:schemeClr val="tx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3990513" y="2715800"/>
            <a:ext cx="1162976" cy="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6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333B80D-9871-4BF5-834D-202815137F6F}"/>
              </a:ext>
            </a:extLst>
          </p:cNvPr>
          <p:cNvSpPr/>
          <p:nvPr userDrawn="1"/>
        </p:nvSpPr>
        <p:spPr>
          <a:xfrm>
            <a:off x="440531" y="871538"/>
            <a:ext cx="8262939" cy="1844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024B0-0921-4653-B244-DD1C4D7EC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44" y="1364456"/>
            <a:ext cx="7986713" cy="135134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98EA48-F0F1-4559-8320-92B0A8959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43" y="2796800"/>
            <a:ext cx="7986716" cy="98224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1350" b="0">
                <a:solidFill>
                  <a:schemeClr val="tx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9AD306-A7EB-56A5-0710-BCB555093871}"/>
              </a:ext>
            </a:extLst>
          </p:cNvPr>
          <p:cNvSpPr/>
          <p:nvPr userDrawn="1"/>
        </p:nvSpPr>
        <p:spPr>
          <a:xfrm>
            <a:off x="3990513" y="2715800"/>
            <a:ext cx="1162976" cy="81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46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BDCF8FA-4C1D-9BFC-D8AE-5C17F966E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531" y="1417207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1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1307308" cy="1307306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675085"/>
            <a:ext cx="8262938" cy="54649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63240" y="1413633"/>
            <a:ext cx="3244454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A59D80C-551C-725C-8B7C-24F4711202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0531" y="2324860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7AA0954-82E4-2DAD-7CDC-61448C5F6FB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3240" y="2321286"/>
            <a:ext cx="3244454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F31CC0B4-867A-1333-CE00-F90FB2CAB1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0531" y="3232513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3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15CB68D2-0292-66D9-8CA2-611A07F41E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63240" y="3228939"/>
            <a:ext cx="3244454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C5E9DAD3-1973-7DDD-C39D-C25E435580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0531" y="4140166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4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BB2EEE4A-9F60-BC13-7389-5C6ABE10D46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63240" y="4136593"/>
            <a:ext cx="3244454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80BA4CCE-4622-D674-399D-036E98F616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36306" y="1417207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5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BEC7F440-76A7-0A08-D512-D594C7FEA4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459015" y="1413633"/>
            <a:ext cx="3244454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EAD80685-DE91-D8A4-D019-BDA6904505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736306" y="2324860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6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94D5B001-7EC8-CE55-DBB3-470FA298AA4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459015" y="2321286"/>
            <a:ext cx="3244454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5CCC7C13-4DEA-093A-C56B-6B68A334314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36306" y="3232513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 dirty="0"/>
              <a:t>7</a:t>
            </a:r>
            <a:endParaRPr lang="en-GB" dirty="0"/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DE4763C5-AB04-D0BB-BC2B-A0E1447282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459015" y="3228939"/>
            <a:ext cx="3244454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019E6F1B-C14A-F9FC-D881-B2CF75A3FB7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36306" y="4140166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8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01049CB-1A56-606E-8D05-5A9A9A8E590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459015" y="4136593"/>
            <a:ext cx="3244454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710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BDCF8FA-4C1D-9BFC-D8AE-5C17F966E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61020" y="1417207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1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1307308" cy="1307306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675085"/>
            <a:ext cx="8262938" cy="54649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729" y="1413633"/>
            <a:ext cx="3519740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A59D80C-551C-725C-8B7C-24F4711202D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1020" y="2324860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7AA0954-82E4-2DAD-7CDC-61448C5F6FB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83729" y="2321286"/>
            <a:ext cx="3519740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F31CC0B4-867A-1333-CE00-F90FB2CAB1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1020" y="3232513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3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15CB68D2-0292-66D9-8CA2-611A07F41E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729" y="3228939"/>
            <a:ext cx="3519740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C5E9DAD3-1973-7DDD-C39D-C25E435580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1020" y="4140166"/>
            <a:ext cx="565184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2700" b="1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 dirty="0"/>
              <a:t>4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BB2EEE4A-9F60-BC13-7389-5C6ABE10D46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729" y="4136593"/>
            <a:ext cx="3519740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BCAFF3-1EA2-2D5E-52F7-058EFC439DFD}"/>
              </a:ext>
            </a:extLst>
          </p:cNvPr>
          <p:cNvSpPr/>
          <p:nvPr userDrawn="1"/>
        </p:nvSpPr>
        <p:spPr>
          <a:xfrm>
            <a:off x="346487" y="3490350"/>
            <a:ext cx="1215000" cy="12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00C168-C6A3-CBB4-7DCD-EF4D1CC32B74}"/>
              </a:ext>
            </a:extLst>
          </p:cNvPr>
          <p:cNvSpPr/>
          <p:nvPr userDrawn="1"/>
        </p:nvSpPr>
        <p:spPr>
          <a:xfrm>
            <a:off x="2937845" y="1417207"/>
            <a:ext cx="1215000" cy="12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8AE1E1D-5338-6A91-AEBB-C3AB11D4B6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0532" y="1502932"/>
            <a:ext cx="3621143" cy="3108374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ID" sz="1050"/>
            </a:lvl1pPr>
          </a:lstStyle>
          <a:p>
            <a:pPr lvl="0"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4271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BDCF8FA-4C1D-9BFC-D8AE-5C17F966E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0438" y="1417207"/>
            <a:ext cx="80963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1307308" cy="1307306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39" y="438151"/>
            <a:ext cx="5203031" cy="86915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09989" y="1413633"/>
            <a:ext cx="4993481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93B3F5-F59B-7C3F-A953-D83BF1E9863E}"/>
              </a:ext>
            </a:extLst>
          </p:cNvPr>
          <p:cNvSpPr/>
          <p:nvPr userDrawn="1"/>
        </p:nvSpPr>
        <p:spPr>
          <a:xfrm>
            <a:off x="440531" y="3625350"/>
            <a:ext cx="1080000" cy="10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DF470F1-2185-B184-78BF-4280296087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4578" y="438151"/>
            <a:ext cx="2525330" cy="417315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ID" sz="1050"/>
            </a:lvl1pPr>
          </a:lstStyle>
          <a:p>
            <a:pPr lvl="0" algn="ctr"/>
            <a:endParaRPr lang="en-ID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39508AC-A555-3AF1-8C16-1293891E1B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00438" y="2099437"/>
            <a:ext cx="80963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91B3922-EF7C-75BC-26A5-E3F399C35D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9989" y="2095863"/>
            <a:ext cx="4993481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AAA0C93-22FB-F901-A143-F75E121C9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00438" y="2781666"/>
            <a:ext cx="80963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5BFD1B9-B6FC-0C76-D38F-833EA21870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09989" y="2778093"/>
            <a:ext cx="4993481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DE83CB3-4FF4-BC67-E70E-D08DB7E7C1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0438" y="3463897"/>
            <a:ext cx="80963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37D5842-5861-D0AB-650A-B050D51FF6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9989" y="3460323"/>
            <a:ext cx="4993481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1C8F732A-D082-92DB-9548-1D313806D9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00438" y="4146125"/>
            <a:ext cx="80963" cy="565184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46B6DDF-FBB0-68BC-EDB9-5038752A300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09989" y="4142551"/>
            <a:ext cx="4993481" cy="56518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98023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AF77713-F434-F5D2-6BED-BEAD7DF89ED0}"/>
              </a:ext>
            </a:extLst>
          </p:cNvPr>
          <p:cNvSpPr/>
          <p:nvPr userDrawn="1"/>
        </p:nvSpPr>
        <p:spPr>
          <a:xfrm>
            <a:off x="1" y="1207382"/>
            <a:ext cx="1378745" cy="2728737"/>
          </a:xfrm>
          <a:custGeom>
            <a:avLst/>
            <a:gdLst>
              <a:gd name="connsiteX0" fmla="*/ 19169 w 1838327"/>
              <a:gd name="connsiteY0" fmla="*/ 0 h 3638316"/>
              <a:gd name="connsiteX1" fmla="*/ 1838327 w 1838327"/>
              <a:gd name="connsiteY1" fmla="*/ 1819158 h 3638316"/>
              <a:gd name="connsiteX2" fmla="*/ 19169 w 1838327"/>
              <a:gd name="connsiteY2" fmla="*/ 3638316 h 3638316"/>
              <a:gd name="connsiteX3" fmla="*/ 0 w 1838327"/>
              <a:gd name="connsiteY3" fmla="*/ 3637348 h 3638316"/>
              <a:gd name="connsiteX4" fmla="*/ 0 w 1838327"/>
              <a:gd name="connsiteY4" fmla="*/ 968 h 363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8327" h="3638316">
                <a:moveTo>
                  <a:pt x="19169" y="0"/>
                </a:moveTo>
                <a:cubicBezTo>
                  <a:pt x="1023862" y="0"/>
                  <a:pt x="1838327" y="814465"/>
                  <a:pt x="1838327" y="1819158"/>
                </a:cubicBezTo>
                <a:cubicBezTo>
                  <a:pt x="1838327" y="2823851"/>
                  <a:pt x="1023862" y="3638316"/>
                  <a:pt x="19169" y="3638316"/>
                </a:cubicBezTo>
                <a:lnTo>
                  <a:pt x="0" y="3637348"/>
                </a:lnTo>
                <a:lnTo>
                  <a:pt x="0" y="96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BDCF8FA-4C1D-9BFC-D8AE-5C17F966E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19276" y="441724"/>
            <a:ext cx="80963" cy="70026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155504" y="2031801"/>
            <a:ext cx="4271969" cy="107989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8827" y="438150"/>
            <a:ext cx="6674642" cy="70026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39508AC-A555-3AF1-8C16-1293891E1B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19276" y="1332565"/>
            <a:ext cx="80963" cy="70026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91B3922-EF7C-75BC-26A5-E3F399C35D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028827" y="1328991"/>
            <a:ext cx="6674642" cy="70026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AAA0C93-22FB-F901-A143-F75E121C9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19276" y="2223406"/>
            <a:ext cx="80963" cy="70026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5BFD1B9-B6FC-0C76-D38F-833EA21870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028827" y="2219832"/>
            <a:ext cx="6674642" cy="70026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DE83CB3-4FF4-BC67-E70E-D08DB7E7C1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19276" y="3114247"/>
            <a:ext cx="80963" cy="70026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37D5842-5861-D0AB-650A-B050D51FF6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028827" y="3110673"/>
            <a:ext cx="6674642" cy="70026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1C8F732A-D082-92DB-9548-1D313806D9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19276" y="4005087"/>
            <a:ext cx="80963" cy="700263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46B6DDF-FBB0-68BC-EDB9-5038752A300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028827" y="4001513"/>
            <a:ext cx="6674642" cy="700263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5512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4BDCF8FA-4C1D-9BFC-D8AE-5C17F966E3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5400000">
            <a:off x="1105614" y="994234"/>
            <a:ext cx="80963" cy="1411129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8262938" cy="869156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1" y="1740279"/>
            <a:ext cx="1411129" cy="2145921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139508AC-A555-3AF1-8C16-1293891E1B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5400000">
            <a:off x="2818566" y="994234"/>
            <a:ext cx="80963" cy="1411129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91B3922-EF7C-75BC-26A5-E3F399C35DA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153483" y="1740279"/>
            <a:ext cx="1411129" cy="2145921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AAA0C93-22FB-F901-A143-F75E121C9D7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5400000">
            <a:off x="4531518" y="994234"/>
            <a:ext cx="80963" cy="1411129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5BFD1B9-B6FC-0C76-D38F-833EA218709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66435" y="1740279"/>
            <a:ext cx="1411129" cy="2145921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DE83CB3-4FF4-BC67-E70E-D08DB7E7C1C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6244470" y="994234"/>
            <a:ext cx="80963" cy="1411129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537D5842-5861-D0AB-650A-B050D51FF6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579387" y="1740279"/>
            <a:ext cx="1411129" cy="2145921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1C8F732A-D082-92DB-9548-1D313806D9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rot="5400000">
            <a:off x="7957423" y="994235"/>
            <a:ext cx="80963" cy="1411129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r>
              <a:rPr lang="en-US" dirty="0"/>
              <a:t>.</a:t>
            </a:r>
            <a:endParaRPr lang="en-GB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46B6DDF-FBB0-68BC-EDB9-5038752A300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292340" y="1740280"/>
            <a:ext cx="1411129" cy="2145921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021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9BDC26C-8299-B910-EF50-85A08F71504F}"/>
              </a:ext>
            </a:extLst>
          </p:cNvPr>
          <p:cNvSpPr/>
          <p:nvPr userDrawn="1"/>
        </p:nvSpPr>
        <p:spPr>
          <a:xfrm>
            <a:off x="1" y="1207382"/>
            <a:ext cx="1378745" cy="2728737"/>
          </a:xfrm>
          <a:custGeom>
            <a:avLst/>
            <a:gdLst>
              <a:gd name="connsiteX0" fmla="*/ 19169 w 1838327"/>
              <a:gd name="connsiteY0" fmla="*/ 0 h 3638316"/>
              <a:gd name="connsiteX1" fmla="*/ 1838327 w 1838327"/>
              <a:gd name="connsiteY1" fmla="*/ 1819158 h 3638316"/>
              <a:gd name="connsiteX2" fmla="*/ 19169 w 1838327"/>
              <a:gd name="connsiteY2" fmla="*/ 3638316 h 3638316"/>
              <a:gd name="connsiteX3" fmla="*/ 0 w 1838327"/>
              <a:gd name="connsiteY3" fmla="*/ 3637348 h 3638316"/>
              <a:gd name="connsiteX4" fmla="*/ 0 w 1838327"/>
              <a:gd name="connsiteY4" fmla="*/ 968 h 363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8327" h="3638316">
                <a:moveTo>
                  <a:pt x="19169" y="0"/>
                </a:moveTo>
                <a:cubicBezTo>
                  <a:pt x="1023862" y="0"/>
                  <a:pt x="1838327" y="814465"/>
                  <a:pt x="1838327" y="1819158"/>
                </a:cubicBezTo>
                <a:cubicBezTo>
                  <a:pt x="1838327" y="2823851"/>
                  <a:pt x="1023862" y="3638316"/>
                  <a:pt x="19169" y="3638316"/>
                </a:cubicBezTo>
                <a:lnTo>
                  <a:pt x="0" y="3637348"/>
                </a:lnTo>
                <a:lnTo>
                  <a:pt x="0" y="96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1" y="1748308"/>
            <a:ext cx="3271839" cy="164688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1614C68-FDBB-C111-CC6D-C9CD918DE9E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72000" y="904924"/>
            <a:ext cx="56674" cy="560438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34F0E4C-A102-7FB3-DA56-605994BB4A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1543" y="1200108"/>
            <a:ext cx="3961926" cy="2652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BB35C661-AF3B-3FC9-CDCC-DD6D4EE539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41543" y="904924"/>
            <a:ext cx="3961926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Website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D2109F74-4C70-1E9B-757C-ADC29EC846C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572000" y="1826468"/>
            <a:ext cx="56674" cy="560438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AD50E6BA-249D-3966-8242-DD4F8350E3A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741543" y="2121651"/>
            <a:ext cx="3961926" cy="2652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97D5E9CC-686E-4DF0-97CF-52A9A2F9B8E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543" y="1826468"/>
            <a:ext cx="3961926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Email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2A61ED0E-0A4A-AC57-F434-F6BBB3B7823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572000" y="2748012"/>
            <a:ext cx="56674" cy="560438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40815D57-2D27-9A48-A049-486C224B49E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741543" y="3043195"/>
            <a:ext cx="3961926" cy="2652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616DB3A9-450A-C10E-31B1-FC2364F7747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741543" y="2748011"/>
            <a:ext cx="3961926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Phone Number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6CFDB8A9-E7ED-A496-D955-EC4AA9B9E15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572000" y="3669556"/>
            <a:ext cx="56674" cy="560438"/>
          </a:xfr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95F61A35-347B-6E05-34CB-9EA27C05032E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4741543" y="3964739"/>
            <a:ext cx="3961926" cy="2652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CF64AFD7-D2E0-6E08-3D73-92A20508657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741543" y="3669555"/>
            <a:ext cx="3961926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3716596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Placeholder 93">
            <a:extLst>
              <a:ext uri="{FF2B5EF4-FFF2-40B4-BE49-F238E27FC236}">
                <a16:creationId xmlns:a16="http://schemas.microsoft.com/office/drawing/2014/main" id="{D9BF0405-AD83-547B-0BC8-7E0A284143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379319" y="1118394"/>
            <a:ext cx="385363" cy="385363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5A5C8D52-CA53-DDEF-C918-B70E6C77F83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369178" y="1927012"/>
            <a:ext cx="405645" cy="446210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017D09F1-F9AE-D1BC-4238-43482288C0A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369433" y="2786338"/>
            <a:ext cx="404882" cy="405836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9BB716BD-1889-015D-9C0F-E7138A3898D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465864" y="3655803"/>
            <a:ext cx="212270" cy="344798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1307308" cy="1307306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1" y="1748308"/>
            <a:ext cx="3271839" cy="164688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1FA46AC-369F-A789-6C23-E8313F5511DB}"/>
              </a:ext>
            </a:extLst>
          </p:cNvPr>
          <p:cNvSpPr/>
          <p:nvPr userDrawn="1"/>
        </p:nvSpPr>
        <p:spPr>
          <a:xfrm flipV="1">
            <a:off x="0" y="3836194"/>
            <a:ext cx="1307308" cy="1307306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67FFE41-87BA-382B-FABF-2D6AE99DAC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29509" y="1032402"/>
            <a:ext cx="3773960" cy="56043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EE06FA4-0F97-6F61-C722-9F7239E2DC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929509" y="1928810"/>
            <a:ext cx="3773960" cy="56043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A2EC03D-0031-5439-382A-06A1EBCCF70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929509" y="2654247"/>
            <a:ext cx="3773960" cy="56043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98D4D79-CC68-5105-005D-DD2DB944791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929509" y="3547983"/>
            <a:ext cx="3773960" cy="560438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/>
            </a:lvl2pPr>
            <a:lvl3pPr>
              <a:spcBef>
                <a:spcPts val="300"/>
              </a:spcBef>
              <a:defRPr/>
            </a:lvl3pPr>
            <a:lvl4pPr>
              <a:spcBef>
                <a:spcPts val="300"/>
              </a:spcBef>
              <a:defRPr/>
            </a:lvl4pPr>
            <a:lvl5pPr>
              <a:spcBef>
                <a:spcPts val="3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125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2571750" cy="2571747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82F00A-A605-DB2C-17E8-A269DC1DC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535" y="438150"/>
            <a:ext cx="7183037" cy="277057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5FF4370-38BB-6E85-843A-814198808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533" y="3289719"/>
            <a:ext cx="7183037" cy="1067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buNone/>
              <a:defRPr sz="1350" b="0">
                <a:solidFill>
                  <a:schemeClr val="tx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6FFF2-2DBB-1CD9-58EF-DC971AA99613}"/>
              </a:ext>
            </a:extLst>
          </p:cNvPr>
          <p:cNvSpPr/>
          <p:nvPr userDrawn="1"/>
        </p:nvSpPr>
        <p:spPr>
          <a:xfrm>
            <a:off x="440533" y="3208719"/>
            <a:ext cx="1162976" cy="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941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1FB9E8-FFD2-5B94-A9EC-C17430F2B27F}"/>
              </a:ext>
            </a:extLst>
          </p:cNvPr>
          <p:cNvSpPr/>
          <p:nvPr userDrawn="1"/>
        </p:nvSpPr>
        <p:spPr>
          <a:xfrm>
            <a:off x="0" y="1157190"/>
            <a:ext cx="1417857" cy="2829120"/>
          </a:xfrm>
          <a:custGeom>
            <a:avLst/>
            <a:gdLst>
              <a:gd name="connsiteX0" fmla="*/ 3776 w 1623776"/>
              <a:gd name="connsiteY0" fmla="*/ 0 h 3240000"/>
              <a:gd name="connsiteX1" fmla="*/ 0 w 1623776"/>
              <a:gd name="connsiteY1" fmla="*/ 191 h 3240000"/>
              <a:gd name="connsiteX2" fmla="*/ 0 w 1623776"/>
              <a:gd name="connsiteY2" fmla="*/ 3239810 h 3240000"/>
              <a:gd name="connsiteX3" fmla="*/ 3776 w 1623776"/>
              <a:gd name="connsiteY3" fmla="*/ 3240000 h 3240000"/>
              <a:gd name="connsiteX4" fmla="*/ 1623776 w 1623776"/>
              <a:gd name="connsiteY4" fmla="*/ 1620000 h 3240000"/>
              <a:gd name="connsiteX5" fmla="*/ 3776 w 1623776"/>
              <a:gd name="connsiteY5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3776" h="3240000">
                <a:moveTo>
                  <a:pt x="3776" y="0"/>
                </a:moveTo>
                <a:lnTo>
                  <a:pt x="0" y="191"/>
                </a:lnTo>
                <a:lnTo>
                  <a:pt x="0" y="3239810"/>
                </a:lnTo>
                <a:lnTo>
                  <a:pt x="3776" y="3240000"/>
                </a:lnTo>
                <a:cubicBezTo>
                  <a:pt x="898477" y="3240000"/>
                  <a:pt x="1623776" y="2514701"/>
                  <a:pt x="1623776" y="1620000"/>
                </a:cubicBezTo>
                <a:cubicBezTo>
                  <a:pt x="1623776" y="725299"/>
                  <a:pt x="898477" y="0"/>
                  <a:pt x="3776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BBEC518-0BEE-8EE2-B20F-6E73D5849DD7}"/>
              </a:ext>
            </a:extLst>
          </p:cNvPr>
          <p:cNvSpPr/>
          <p:nvPr userDrawn="1"/>
        </p:nvSpPr>
        <p:spPr>
          <a:xfrm flipH="1">
            <a:off x="7726143" y="1157190"/>
            <a:ext cx="1417857" cy="2829120"/>
          </a:xfrm>
          <a:custGeom>
            <a:avLst/>
            <a:gdLst>
              <a:gd name="connsiteX0" fmla="*/ 3776 w 1623776"/>
              <a:gd name="connsiteY0" fmla="*/ 0 h 3240000"/>
              <a:gd name="connsiteX1" fmla="*/ 0 w 1623776"/>
              <a:gd name="connsiteY1" fmla="*/ 191 h 3240000"/>
              <a:gd name="connsiteX2" fmla="*/ 0 w 1623776"/>
              <a:gd name="connsiteY2" fmla="*/ 3239810 h 3240000"/>
              <a:gd name="connsiteX3" fmla="*/ 3776 w 1623776"/>
              <a:gd name="connsiteY3" fmla="*/ 3240000 h 3240000"/>
              <a:gd name="connsiteX4" fmla="*/ 1623776 w 1623776"/>
              <a:gd name="connsiteY4" fmla="*/ 1620000 h 3240000"/>
              <a:gd name="connsiteX5" fmla="*/ 3776 w 1623776"/>
              <a:gd name="connsiteY5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3776" h="3240000">
                <a:moveTo>
                  <a:pt x="3776" y="0"/>
                </a:moveTo>
                <a:lnTo>
                  <a:pt x="0" y="191"/>
                </a:lnTo>
                <a:lnTo>
                  <a:pt x="0" y="3239810"/>
                </a:lnTo>
                <a:lnTo>
                  <a:pt x="3776" y="3240000"/>
                </a:lnTo>
                <a:cubicBezTo>
                  <a:pt x="898477" y="3240000"/>
                  <a:pt x="1623776" y="2514701"/>
                  <a:pt x="1623776" y="1620000"/>
                </a:cubicBezTo>
                <a:cubicBezTo>
                  <a:pt x="1623776" y="725299"/>
                  <a:pt x="898477" y="0"/>
                  <a:pt x="3776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82F00A-A605-DB2C-17E8-A269DC1DC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4" y="1503781"/>
            <a:ext cx="7183037" cy="1067969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5FF4370-38BB-6E85-843A-814198808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604" y="2652750"/>
            <a:ext cx="7183037" cy="1067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1350" b="0">
                <a:solidFill>
                  <a:schemeClr val="tx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6FFF2-2DBB-1CD9-58EF-DC971AA99613}"/>
              </a:ext>
            </a:extLst>
          </p:cNvPr>
          <p:cNvSpPr/>
          <p:nvPr userDrawn="1"/>
        </p:nvSpPr>
        <p:spPr>
          <a:xfrm>
            <a:off x="4000634" y="2571750"/>
            <a:ext cx="1162976" cy="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415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1FB9E8-FFD2-5B94-A9EC-C17430F2B27F}"/>
              </a:ext>
            </a:extLst>
          </p:cNvPr>
          <p:cNvSpPr/>
          <p:nvPr userDrawn="1"/>
        </p:nvSpPr>
        <p:spPr>
          <a:xfrm rot="5400000">
            <a:off x="3863072" y="-705631"/>
            <a:ext cx="1417857" cy="2829120"/>
          </a:xfrm>
          <a:custGeom>
            <a:avLst/>
            <a:gdLst>
              <a:gd name="connsiteX0" fmla="*/ 3776 w 1623776"/>
              <a:gd name="connsiteY0" fmla="*/ 0 h 3240000"/>
              <a:gd name="connsiteX1" fmla="*/ 0 w 1623776"/>
              <a:gd name="connsiteY1" fmla="*/ 191 h 3240000"/>
              <a:gd name="connsiteX2" fmla="*/ 0 w 1623776"/>
              <a:gd name="connsiteY2" fmla="*/ 3239810 h 3240000"/>
              <a:gd name="connsiteX3" fmla="*/ 3776 w 1623776"/>
              <a:gd name="connsiteY3" fmla="*/ 3240000 h 3240000"/>
              <a:gd name="connsiteX4" fmla="*/ 1623776 w 1623776"/>
              <a:gd name="connsiteY4" fmla="*/ 1620000 h 3240000"/>
              <a:gd name="connsiteX5" fmla="*/ 3776 w 1623776"/>
              <a:gd name="connsiteY5" fmla="*/ 0 h 32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23776" h="3240000">
                <a:moveTo>
                  <a:pt x="3776" y="0"/>
                </a:moveTo>
                <a:lnTo>
                  <a:pt x="0" y="191"/>
                </a:lnTo>
                <a:lnTo>
                  <a:pt x="0" y="3239810"/>
                </a:lnTo>
                <a:lnTo>
                  <a:pt x="3776" y="3240000"/>
                </a:lnTo>
                <a:cubicBezTo>
                  <a:pt x="898477" y="3240000"/>
                  <a:pt x="1623776" y="2514701"/>
                  <a:pt x="1623776" y="1620000"/>
                </a:cubicBezTo>
                <a:cubicBezTo>
                  <a:pt x="1623776" y="725299"/>
                  <a:pt x="898477" y="0"/>
                  <a:pt x="3776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82F00A-A605-DB2C-17E8-A269DC1DC8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604" y="1503781"/>
            <a:ext cx="7183037" cy="1067969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5FF4370-38BB-6E85-843A-814198808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604" y="2652750"/>
            <a:ext cx="7183037" cy="1067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50000"/>
              </a:lnSpc>
              <a:buNone/>
              <a:defRPr sz="1350" b="0">
                <a:solidFill>
                  <a:schemeClr val="tx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6FFF2-2DBB-1CD9-58EF-DC971AA99613}"/>
              </a:ext>
            </a:extLst>
          </p:cNvPr>
          <p:cNvSpPr/>
          <p:nvPr userDrawn="1"/>
        </p:nvSpPr>
        <p:spPr>
          <a:xfrm>
            <a:off x="4000634" y="2571750"/>
            <a:ext cx="1162976" cy="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188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10F97-4F79-635A-8480-E67B297F3F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0531" y="1593057"/>
            <a:ext cx="8262938" cy="3112294"/>
          </a:xfrm>
        </p:spPr>
        <p:txBody>
          <a:bodyPr/>
          <a:lstStyle>
            <a:lvl1pPr marL="214313" indent="-214313">
              <a:buClr>
                <a:schemeClr val="accent1"/>
              </a:buClr>
              <a:buFont typeface="Wingdings" panose="05000000000000000000" pitchFamily="2" charset="2"/>
              <a:buChar char="§"/>
              <a:defRPr sz="1350" b="0">
                <a:solidFill>
                  <a:schemeClr val="tx1"/>
                </a:solidFill>
              </a:defRPr>
            </a:lvl1pPr>
            <a:lvl2pPr marL="557204" indent="-214313">
              <a:buClr>
                <a:schemeClr val="accent1"/>
              </a:buClr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2pPr>
            <a:lvl3pPr marL="900095" indent="-214313">
              <a:buClr>
                <a:schemeClr val="accent1"/>
              </a:buClr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</a:defRPr>
            </a:lvl3pPr>
            <a:lvl4pPr marL="1157262" indent="-128588">
              <a:buClr>
                <a:schemeClr val="accent1"/>
              </a:buClr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4pPr>
            <a:lvl5pPr marL="1500154" indent="-128588">
              <a:buClr>
                <a:schemeClr val="accent1"/>
              </a:buClr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6524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58487-FAF6-6FA2-6EE6-AF55ED7E11BD}"/>
              </a:ext>
            </a:extLst>
          </p:cNvPr>
          <p:cNvSpPr/>
          <p:nvPr userDrawn="1"/>
        </p:nvSpPr>
        <p:spPr>
          <a:xfrm>
            <a:off x="440531" y="1395413"/>
            <a:ext cx="1254716" cy="13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A60A65A1-5F85-B33B-EA28-74D5F976D7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4577" y="1489320"/>
            <a:ext cx="3149015" cy="3216031"/>
          </a:xfrm>
          <a:solidFill>
            <a:schemeClr val="accent2"/>
          </a:solidFill>
        </p:spPr>
        <p:txBody>
          <a:bodyPr vert="horz" lIns="91440" tIns="45720" rIns="91440" bIns="45720" rtlCol="0" anchor="ctr">
            <a:noAutofit/>
          </a:bodyPr>
          <a:lstStyle>
            <a:lvl1pPr>
              <a:defRPr lang="en-ID" sz="1050"/>
            </a:lvl1pPr>
          </a:lstStyle>
          <a:p>
            <a:pPr lvl="0" algn="ctr"/>
            <a:endParaRPr lang="en-ID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739D3D-43C6-568B-C822-71725DFDDE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0487" y="1784503"/>
            <a:ext cx="4802982" cy="27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DDC7E6-D45A-8771-B382-2AB8909D9F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900487" y="1489319"/>
            <a:ext cx="4802982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7DB3D4D-4280-F558-BF92-F16B9874E2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0487" y="2081803"/>
            <a:ext cx="4802982" cy="262354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07487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58487-FAF6-6FA2-6EE6-AF55ED7E11BD}"/>
              </a:ext>
            </a:extLst>
          </p:cNvPr>
          <p:cNvSpPr/>
          <p:nvPr userDrawn="1"/>
        </p:nvSpPr>
        <p:spPr>
          <a:xfrm>
            <a:off x="765449" y="1802843"/>
            <a:ext cx="542229" cy="5834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A60A65A1-5F85-B33B-EA28-74D5F976D7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9494" y="1896750"/>
            <a:ext cx="1321869" cy="1350001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739D3D-43C6-568B-C822-71725DFDDE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293" y="3884765"/>
            <a:ext cx="1728788" cy="2700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DDC7E6-D45A-8771-B382-2AB8909D9F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293" y="3589582"/>
            <a:ext cx="1728788" cy="270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574410-6D2F-55A1-8E39-660141E6EF1C}"/>
              </a:ext>
            </a:extLst>
          </p:cNvPr>
          <p:cNvSpPr/>
          <p:nvPr userDrawn="1"/>
        </p:nvSpPr>
        <p:spPr>
          <a:xfrm>
            <a:off x="3817020" y="1802843"/>
            <a:ext cx="542229" cy="5834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8C0A5A9-8E77-9BAC-76E0-26033140D6F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911066" y="1896750"/>
            <a:ext cx="1321869" cy="1350001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643AD8B-BAE3-3848-73D3-62FAD7D0D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09864" y="3884765"/>
            <a:ext cx="1728788" cy="2700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9CF8509-C7EC-79D3-7411-F26B02D107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09864" y="3589582"/>
            <a:ext cx="1728788" cy="270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BA5D59-0209-89B8-9147-1C63D7A1B071}"/>
              </a:ext>
            </a:extLst>
          </p:cNvPr>
          <p:cNvSpPr/>
          <p:nvPr userDrawn="1"/>
        </p:nvSpPr>
        <p:spPr>
          <a:xfrm>
            <a:off x="6868592" y="1802843"/>
            <a:ext cx="542229" cy="5834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21C38032-B31A-CB71-7779-947398FC53D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962637" y="1896750"/>
            <a:ext cx="1321869" cy="1350001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A3EAE2A-BC8F-C40E-3865-3BDF5B54D2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61436" y="3884765"/>
            <a:ext cx="1728788" cy="2700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47C502D-0AB2-780B-BDDB-36CCF8FEF6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61436" y="3589582"/>
            <a:ext cx="1728788" cy="270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422810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58487-FAF6-6FA2-6EE6-AF55ED7E11BD}"/>
              </a:ext>
            </a:extLst>
          </p:cNvPr>
          <p:cNvSpPr/>
          <p:nvPr userDrawn="1"/>
        </p:nvSpPr>
        <p:spPr>
          <a:xfrm>
            <a:off x="547688" y="1802843"/>
            <a:ext cx="542229" cy="5834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A60A65A1-5F85-B33B-EA28-74D5F976D7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733" y="1896750"/>
            <a:ext cx="1321869" cy="1350001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739D3D-43C6-568B-C822-71725DFDDE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532" y="3884765"/>
            <a:ext cx="1728788" cy="2700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DDC7E6-D45A-8771-B382-2AB8909D9F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532" y="3589582"/>
            <a:ext cx="1728788" cy="270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A6A98A-D7E8-DACA-9006-CD8053271585}"/>
              </a:ext>
            </a:extLst>
          </p:cNvPr>
          <p:cNvSpPr/>
          <p:nvPr userDrawn="1"/>
        </p:nvSpPr>
        <p:spPr>
          <a:xfrm>
            <a:off x="2725737" y="1802843"/>
            <a:ext cx="542229" cy="5834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75AB211-7576-E1FA-EA29-B79982587E1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819783" y="1896750"/>
            <a:ext cx="1321869" cy="1350001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46CBDD2-D76B-E541-1010-51F52DEBB0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18581" y="3884765"/>
            <a:ext cx="1728788" cy="2700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BD2D176A-8984-014A-3DD7-95E73E098D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18581" y="3589582"/>
            <a:ext cx="1728788" cy="270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3E502E-44C3-9BA0-5EF8-2BCF3B51B0E9}"/>
              </a:ext>
            </a:extLst>
          </p:cNvPr>
          <p:cNvSpPr/>
          <p:nvPr userDrawn="1"/>
        </p:nvSpPr>
        <p:spPr>
          <a:xfrm>
            <a:off x="4903787" y="1802843"/>
            <a:ext cx="542229" cy="5834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A7D470C9-B206-8884-B452-644A47C1E25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997832" y="1896750"/>
            <a:ext cx="1321869" cy="1350001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B4A97306-5669-EFC7-0E04-7F32BA20579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96631" y="3884765"/>
            <a:ext cx="1728788" cy="2700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32564A6-17E4-63CF-F22E-C982FA9E08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6631" y="3589582"/>
            <a:ext cx="1728788" cy="270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8A6AB0-F48E-FF05-A95F-B1AAC3ED1B3C}"/>
              </a:ext>
            </a:extLst>
          </p:cNvPr>
          <p:cNvSpPr/>
          <p:nvPr userDrawn="1"/>
        </p:nvSpPr>
        <p:spPr>
          <a:xfrm>
            <a:off x="7081837" y="1802843"/>
            <a:ext cx="542229" cy="5834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407AD496-47DC-C2CD-C475-B49607A6378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175882" y="1896750"/>
            <a:ext cx="1321869" cy="1350001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E5ED195-C091-5EBE-F538-006D11703E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74681" y="3884765"/>
            <a:ext cx="1728788" cy="2700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A1269684-0989-083B-FBD2-1201639C10D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74681" y="3589582"/>
            <a:ext cx="1728788" cy="270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85072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C58487-FAF6-6FA2-6EE6-AF55ED7E11BD}"/>
              </a:ext>
            </a:extLst>
          </p:cNvPr>
          <p:cNvSpPr/>
          <p:nvPr userDrawn="1"/>
        </p:nvSpPr>
        <p:spPr>
          <a:xfrm>
            <a:off x="561755" y="1401621"/>
            <a:ext cx="896978" cy="9650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A60A65A1-5F85-B33B-EA28-74D5F976D7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5801" y="1495527"/>
            <a:ext cx="2186690" cy="2233227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9739D3D-43C6-568B-C822-71725DFDDE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681" y="4263384"/>
            <a:ext cx="2201810" cy="2700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DDC7E6-D45A-8771-B382-2AB8909D9F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0681" y="3968201"/>
            <a:ext cx="2201810" cy="270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BA6A98A-D7E8-DACA-9006-CD8053271585}"/>
              </a:ext>
            </a:extLst>
          </p:cNvPr>
          <p:cNvSpPr/>
          <p:nvPr userDrawn="1"/>
        </p:nvSpPr>
        <p:spPr>
          <a:xfrm>
            <a:off x="3394072" y="1449245"/>
            <a:ext cx="375837" cy="404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75AB211-7576-E1FA-EA29-B79982587E1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40492" y="1495527"/>
            <a:ext cx="872162" cy="890723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46CBDD2-D76B-E541-1010-51F52DEBB0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86010" y="2757251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BD2D176A-8984-014A-3DD7-95E73E098D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86010" y="2521271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679058-E7B1-B3DD-691C-C008405CE5B4}"/>
              </a:ext>
            </a:extLst>
          </p:cNvPr>
          <p:cNvSpPr/>
          <p:nvPr userDrawn="1"/>
        </p:nvSpPr>
        <p:spPr>
          <a:xfrm>
            <a:off x="5462238" y="1449245"/>
            <a:ext cx="375837" cy="404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26EF51-EDAB-E638-FEC6-824EAE64EF7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08658" y="1495527"/>
            <a:ext cx="872162" cy="890723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1278AB3-3C45-804B-EE70-B588356BDF6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4176" y="2757251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74F294B-6C7E-502C-3F99-C01599FB71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4176" y="2521271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128BE9-8A9E-D15B-9B42-B8E210E6CE76}"/>
              </a:ext>
            </a:extLst>
          </p:cNvPr>
          <p:cNvSpPr/>
          <p:nvPr userDrawn="1"/>
        </p:nvSpPr>
        <p:spPr>
          <a:xfrm>
            <a:off x="7530404" y="1449245"/>
            <a:ext cx="375837" cy="404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04F83991-CD9A-E010-5C82-3B411122083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576825" y="1495527"/>
            <a:ext cx="872162" cy="890723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7F74D1E-5148-8BFD-ED4F-A495EA56AC3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22342" y="2757251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56062126-2EA8-B0DD-F10D-80C196FD68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2342" y="2521271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DC9DED9-EC5E-03DB-FBD0-057D060E5106}"/>
              </a:ext>
            </a:extLst>
          </p:cNvPr>
          <p:cNvSpPr/>
          <p:nvPr userDrawn="1"/>
        </p:nvSpPr>
        <p:spPr>
          <a:xfrm>
            <a:off x="3394072" y="3186547"/>
            <a:ext cx="375837" cy="404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667C17D1-7667-0328-C812-DE91422F1FD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40492" y="3232829"/>
            <a:ext cx="872162" cy="890723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C8BDB176-B841-841B-7423-2350F5D714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86010" y="4494553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61F58F2-BC79-ACFD-D4F6-00D60E5B6F7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86010" y="4258573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883052-7CAB-5D9D-1C4C-7238E4ED9496}"/>
              </a:ext>
            </a:extLst>
          </p:cNvPr>
          <p:cNvSpPr/>
          <p:nvPr userDrawn="1"/>
        </p:nvSpPr>
        <p:spPr>
          <a:xfrm>
            <a:off x="5462238" y="3186547"/>
            <a:ext cx="375837" cy="404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EC26EBCA-EEA2-413A-4452-18CBF9BEEC2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508658" y="3232829"/>
            <a:ext cx="872162" cy="890723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0C31386-3A29-A2FB-7C79-81A8634D06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54176" y="4494553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83FCFFD3-F8A8-5CA6-DE25-64B1BE9C65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54176" y="4258573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93CE542-7A51-B3EA-B80A-CA16E2413170}"/>
              </a:ext>
            </a:extLst>
          </p:cNvPr>
          <p:cNvSpPr/>
          <p:nvPr userDrawn="1"/>
        </p:nvSpPr>
        <p:spPr>
          <a:xfrm>
            <a:off x="7530404" y="3186547"/>
            <a:ext cx="375837" cy="404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8" name="Picture Placeholder 3">
            <a:extLst>
              <a:ext uri="{FF2B5EF4-FFF2-40B4-BE49-F238E27FC236}">
                <a16:creationId xmlns:a16="http://schemas.microsoft.com/office/drawing/2014/main" id="{63D31212-32EC-5B65-CBE3-4A81C02EEF0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576825" y="3232829"/>
            <a:ext cx="872162" cy="890723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2FD1A2E4-7264-0349-3D02-68184EAFE34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22342" y="4494553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748C6EDC-5A14-4551-5BDA-E2C93B692A8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22342" y="4258573"/>
            <a:ext cx="1381127" cy="2107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397329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081B130-7219-010B-5B07-B9E1EC45F082}"/>
              </a:ext>
            </a:extLst>
          </p:cNvPr>
          <p:cNvSpPr/>
          <p:nvPr userDrawn="1"/>
        </p:nvSpPr>
        <p:spPr>
          <a:xfrm>
            <a:off x="1" y="1207382"/>
            <a:ext cx="1378745" cy="2728737"/>
          </a:xfrm>
          <a:custGeom>
            <a:avLst/>
            <a:gdLst>
              <a:gd name="connsiteX0" fmla="*/ 19169 w 1838327"/>
              <a:gd name="connsiteY0" fmla="*/ 0 h 3638316"/>
              <a:gd name="connsiteX1" fmla="*/ 1838327 w 1838327"/>
              <a:gd name="connsiteY1" fmla="*/ 1819158 h 3638316"/>
              <a:gd name="connsiteX2" fmla="*/ 19169 w 1838327"/>
              <a:gd name="connsiteY2" fmla="*/ 3638316 h 3638316"/>
              <a:gd name="connsiteX3" fmla="*/ 0 w 1838327"/>
              <a:gd name="connsiteY3" fmla="*/ 3637348 h 3638316"/>
              <a:gd name="connsiteX4" fmla="*/ 0 w 1838327"/>
              <a:gd name="connsiteY4" fmla="*/ 968 h 3638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38327" h="3638316">
                <a:moveTo>
                  <a:pt x="19169" y="0"/>
                </a:moveTo>
                <a:cubicBezTo>
                  <a:pt x="1023862" y="0"/>
                  <a:pt x="1838327" y="814465"/>
                  <a:pt x="1838327" y="1819158"/>
                </a:cubicBezTo>
                <a:cubicBezTo>
                  <a:pt x="1838327" y="2823851"/>
                  <a:pt x="1023862" y="3638316"/>
                  <a:pt x="19169" y="3638316"/>
                </a:cubicBezTo>
                <a:lnTo>
                  <a:pt x="0" y="3637348"/>
                </a:lnTo>
                <a:lnTo>
                  <a:pt x="0" y="96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C39DA1E-F723-DB9C-40C0-3D66E8CA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1" y="1748308"/>
            <a:ext cx="3271839" cy="164688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09DB63E-6988-D8A2-A1B7-3DC379999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4380" y="1688302"/>
            <a:ext cx="4131470" cy="243355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F6DB69C-2A23-159B-EB97-B2DFB9BF38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4380" y="1092994"/>
            <a:ext cx="4131470" cy="570125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66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902A1F-5F9E-F540-736E-4F5B6DB67E34}"/>
              </a:ext>
            </a:extLst>
          </p:cNvPr>
          <p:cNvSpPr/>
          <p:nvPr userDrawn="1"/>
        </p:nvSpPr>
        <p:spPr>
          <a:xfrm>
            <a:off x="5460409" y="352425"/>
            <a:ext cx="1254716" cy="13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E6B5542-BB91-41A9-8B31-C8DE957623BD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01B5D6-A0BF-4F7A-8C00-4C190893142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40531" y="438151"/>
            <a:ext cx="4607719" cy="200329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3D022-456B-AB70-7F0A-62D09A116C9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54455" y="446332"/>
            <a:ext cx="3149015" cy="4259018"/>
          </a:xfr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2C4CDD4-5CB3-EC9C-93D2-60B6515FB1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530" y="3136267"/>
            <a:ext cx="4131470" cy="156908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96DF618-B764-8C81-0118-BACA0E6B0CE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0" y="2841083"/>
            <a:ext cx="4131470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42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F31A4D2-E7FE-4037-BB0F-7F3541D21692}"/>
              </a:ext>
            </a:extLst>
          </p:cNvPr>
          <p:cNvSpPr/>
          <p:nvPr userDrawn="1"/>
        </p:nvSpPr>
        <p:spPr>
          <a:xfrm>
            <a:off x="0" y="0"/>
            <a:ext cx="4257675" cy="5143500"/>
          </a:xfrm>
          <a:custGeom>
            <a:avLst/>
            <a:gdLst>
              <a:gd name="connsiteX0" fmla="*/ 0 w 5676900"/>
              <a:gd name="connsiteY0" fmla="*/ 0 h 6858000"/>
              <a:gd name="connsiteX1" fmla="*/ 3870984 w 5676900"/>
              <a:gd name="connsiteY1" fmla="*/ 0 h 6858000"/>
              <a:gd name="connsiteX2" fmla="*/ 4006278 w 5676900"/>
              <a:gd name="connsiteY2" fmla="*/ 96210 h 6858000"/>
              <a:gd name="connsiteX3" fmla="*/ 5676900 w 5676900"/>
              <a:gd name="connsiteY3" fmla="*/ 3429000 h 6858000"/>
              <a:gd name="connsiteX4" fmla="*/ 4006278 w 5676900"/>
              <a:gd name="connsiteY4" fmla="*/ 6761790 h 6858000"/>
              <a:gd name="connsiteX5" fmla="*/ 3870983 w 5676900"/>
              <a:gd name="connsiteY5" fmla="*/ 6858000 h 6858000"/>
              <a:gd name="connsiteX6" fmla="*/ 0 w 56769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76900" h="6858000">
                <a:moveTo>
                  <a:pt x="0" y="0"/>
                </a:moveTo>
                <a:lnTo>
                  <a:pt x="3870984" y="0"/>
                </a:lnTo>
                <a:lnTo>
                  <a:pt x="4006278" y="96210"/>
                </a:lnTo>
                <a:cubicBezTo>
                  <a:pt x="5020449" y="854662"/>
                  <a:pt x="5676900" y="2065170"/>
                  <a:pt x="5676900" y="3429000"/>
                </a:cubicBezTo>
                <a:cubicBezTo>
                  <a:pt x="5676900" y="4792830"/>
                  <a:pt x="5020449" y="6003338"/>
                  <a:pt x="4006278" y="6761790"/>
                </a:cubicBezTo>
                <a:lnTo>
                  <a:pt x="3870983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3DE57-F9AC-4BE9-85B5-FE07DAEAA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1079998"/>
            <a:ext cx="2977039" cy="298350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788A7F-D472-23EE-5635-C37BC55DC2C0}"/>
              </a:ext>
            </a:extLst>
          </p:cNvPr>
          <p:cNvCxnSpPr>
            <a:cxnSpLocks/>
          </p:cNvCxnSpPr>
          <p:nvPr userDrawn="1"/>
        </p:nvCxnSpPr>
        <p:spPr>
          <a:xfrm flipH="1">
            <a:off x="8703469" y="2571750"/>
            <a:ext cx="44053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3DEE493-90BB-02BD-0CB7-B66627CD5D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1999" y="2128625"/>
            <a:ext cx="4131470" cy="13438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C281B2A-29F6-C464-36B0-303B26A77A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1999" y="1833441"/>
            <a:ext cx="4131470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010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45FF2-E894-090A-2126-BD0A3AB17A9C}"/>
              </a:ext>
            </a:extLst>
          </p:cNvPr>
          <p:cNvSpPr/>
          <p:nvPr userDrawn="1"/>
        </p:nvSpPr>
        <p:spPr>
          <a:xfrm>
            <a:off x="4572000" y="3490350"/>
            <a:ext cx="1215000" cy="12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8248D7-F70B-9F8E-EEB6-9CBB9125483A}"/>
              </a:ext>
            </a:extLst>
          </p:cNvPr>
          <p:cNvSpPr/>
          <p:nvPr userDrawn="1"/>
        </p:nvSpPr>
        <p:spPr>
          <a:xfrm>
            <a:off x="7929000" y="438150"/>
            <a:ext cx="1215000" cy="12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675085"/>
            <a:ext cx="3793334" cy="136110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562162F-D0C3-47F5-A87A-C7A3A8F0B0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66045" y="532195"/>
            <a:ext cx="4383909" cy="4079111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43E52A-90EC-80C5-88BF-10459DA404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531" y="2692339"/>
            <a:ext cx="3793333" cy="201301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1" y="2397156"/>
            <a:ext cx="3793333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254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EA15B4-D2EA-01A6-7B57-69B52E7EB0A2}"/>
              </a:ext>
            </a:extLst>
          </p:cNvPr>
          <p:cNvSpPr/>
          <p:nvPr userDrawn="1"/>
        </p:nvSpPr>
        <p:spPr>
          <a:xfrm>
            <a:off x="440531" y="3625350"/>
            <a:ext cx="1080000" cy="10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D1D2B-1803-7A82-2F23-2D10AA7F8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5186750" cy="166925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4C5CF9-10AA-8747-7064-6A925F453B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4578" y="2321719"/>
            <a:ext cx="5092703" cy="2289587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76711-60BF-29B4-4B96-D64976870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84094" y="733333"/>
            <a:ext cx="2619374" cy="39720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77D93DB-2526-054C-8A3C-46AF86D40C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84094" y="438150"/>
            <a:ext cx="2619374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127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1230AE0-6C7F-4620-8410-EFE6D1DFE7CE}"/>
              </a:ext>
            </a:extLst>
          </p:cNvPr>
          <p:cNvSpPr/>
          <p:nvPr userDrawn="1"/>
        </p:nvSpPr>
        <p:spPr>
          <a:xfrm rot="10800000">
            <a:off x="4412452" y="411956"/>
            <a:ext cx="4731548" cy="473154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FE9F7-C154-4314-AE66-194623BD3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0"/>
            <a:ext cx="3914820" cy="21336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AB2C1EC-C05C-EA4B-8CF7-DAE9FE3453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0107" y="3116969"/>
            <a:ext cx="3905245" cy="158838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1481739-9446-ED24-B786-6841C785F4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0107" y="2821787"/>
            <a:ext cx="3905245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298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5C8F59-6373-4247-B614-4603147C6025}"/>
              </a:ext>
            </a:extLst>
          </p:cNvPr>
          <p:cNvSpPr/>
          <p:nvPr userDrawn="1"/>
        </p:nvSpPr>
        <p:spPr>
          <a:xfrm rot="16200000">
            <a:off x="0" y="3442715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180D2B3-2055-4849-A37F-15C3430316B3}"/>
              </a:ext>
            </a:extLst>
          </p:cNvPr>
          <p:cNvSpPr/>
          <p:nvPr userDrawn="1"/>
        </p:nvSpPr>
        <p:spPr>
          <a:xfrm rot="5400000">
            <a:off x="7443215" y="1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009176-C327-5E62-20C7-BD346F4580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531" y="3136267"/>
            <a:ext cx="3726000" cy="13438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F36DB10-1217-D9FB-5CEE-38EE84C886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1" y="2841083"/>
            <a:ext cx="3726000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90C07-A319-0553-16DF-2A4B3E3B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0"/>
            <a:ext cx="4131469" cy="212911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1577631-ED01-247A-6047-C96131CB72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76999" y="818264"/>
            <a:ext cx="3726470" cy="134381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410FC1C-7F2B-89C0-4139-0DFA8485659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77000" y="523080"/>
            <a:ext cx="3726470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845FF2-E894-090A-2126-BD0A3AB17A9C}"/>
              </a:ext>
            </a:extLst>
          </p:cNvPr>
          <p:cNvSpPr/>
          <p:nvPr userDrawn="1"/>
        </p:nvSpPr>
        <p:spPr>
          <a:xfrm>
            <a:off x="6806565" y="3800475"/>
            <a:ext cx="2337436" cy="13430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473C1666-DC2E-4F60-98A5-80CDC7B1FF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71999" y="2571750"/>
            <a:ext cx="4477956" cy="2477705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749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65C8F59-6373-4247-B614-4603147C6025}"/>
              </a:ext>
            </a:extLst>
          </p:cNvPr>
          <p:cNvSpPr/>
          <p:nvPr userDrawn="1"/>
        </p:nvSpPr>
        <p:spPr>
          <a:xfrm rot="5400000" flipV="1">
            <a:off x="0" y="1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180D2B3-2055-4849-A37F-15C3430316B3}"/>
              </a:ext>
            </a:extLst>
          </p:cNvPr>
          <p:cNvSpPr/>
          <p:nvPr userDrawn="1"/>
        </p:nvSpPr>
        <p:spPr>
          <a:xfrm rot="5400000">
            <a:off x="7443215" y="1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009176-C327-5E62-20C7-BD346F4580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531" y="2226729"/>
            <a:ext cx="3726000" cy="247862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F36DB10-1217-D9FB-5CEE-38EE84C886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1" y="1651799"/>
            <a:ext cx="3726000" cy="54974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90C07-A319-0553-16DF-2A4B3E3B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0"/>
            <a:ext cx="8262938" cy="687705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E209E-CA0D-09AE-31F5-8BB6D161AF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77470" y="2226729"/>
            <a:ext cx="3726000" cy="247862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CA30C380-E370-83F0-A2F2-64478F4D08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77470" y="1651799"/>
            <a:ext cx="3726000" cy="54974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163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A2527E0-94AA-C957-2E7B-4576A8C6BD96}"/>
              </a:ext>
            </a:extLst>
          </p:cNvPr>
          <p:cNvSpPr/>
          <p:nvPr userDrawn="1"/>
        </p:nvSpPr>
        <p:spPr>
          <a:xfrm rot="16200000" flipH="1">
            <a:off x="0" y="-1020"/>
            <a:ext cx="2209800" cy="22098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AC37003A-ECD2-9271-8AB2-E1B377082716}"/>
              </a:ext>
            </a:extLst>
          </p:cNvPr>
          <p:cNvSpPr/>
          <p:nvPr userDrawn="1"/>
        </p:nvSpPr>
        <p:spPr>
          <a:xfrm>
            <a:off x="3059906" y="2208780"/>
            <a:ext cx="3024188" cy="2934720"/>
          </a:xfrm>
          <a:custGeom>
            <a:avLst/>
            <a:gdLst>
              <a:gd name="connsiteX0" fmla="*/ 198123 w 3893924"/>
              <a:gd name="connsiteY0" fmla="*/ 0 h 4046537"/>
              <a:gd name="connsiteX1" fmla="*/ 3695801 w 3893924"/>
              <a:gd name="connsiteY1" fmla="*/ 0 h 4046537"/>
              <a:gd name="connsiteX2" fmla="*/ 3893924 w 3893924"/>
              <a:gd name="connsiteY2" fmla="*/ 198123 h 4046537"/>
              <a:gd name="connsiteX3" fmla="*/ 3893924 w 3893924"/>
              <a:gd name="connsiteY3" fmla="*/ 4046537 h 4046537"/>
              <a:gd name="connsiteX4" fmla="*/ 0 w 3893924"/>
              <a:gd name="connsiteY4" fmla="*/ 4046537 h 4046537"/>
              <a:gd name="connsiteX5" fmla="*/ 0 w 3893924"/>
              <a:gd name="connsiteY5" fmla="*/ 198123 h 4046537"/>
              <a:gd name="connsiteX6" fmla="*/ 198123 w 3893924"/>
              <a:gd name="connsiteY6" fmla="*/ 0 h 4046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93924" h="4046537">
                <a:moveTo>
                  <a:pt x="198123" y="0"/>
                </a:moveTo>
                <a:lnTo>
                  <a:pt x="3695801" y="0"/>
                </a:lnTo>
                <a:cubicBezTo>
                  <a:pt x="3805221" y="0"/>
                  <a:pt x="3893924" y="88703"/>
                  <a:pt x="3893924" y="198123"/>
                </a:cubicBezTo>
                <a:lnTo>
                  <a:pt x="3893924" y="4046537"/>
                </a:lnTo>
                <a:lnTo>
                  <a:pt x="0" y="4046537"/>
                </a:lnTo>
                <a:lnTo>
                  <a:pt x="0" y="198123"/>
                </a:lnTo>
                <a:cubicBezTo>
                  <a:pt x="0" y="88703"/>
                  <a:pt x="88703" y="0"/>
                  <a:pt x="19812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4C63C5-B093-423F-EDE7-E256A8B7AD32}"/>
              </a:ext>
            </a:extLst>
          </p:cNvPr>
          <p:cNvCxnSpPr>
            <a:cxnSpLocks/>
          </p:cNvCxnSpPr>
          <p:nvPr userDrawn="1"/>
        </p:nvCxnSpPr>
        <p:spPr>
          <a:xfrm>
            <a:off x="4572000" y="0"/>
            <a:ext cx="0" cy="43815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3565E-CF99-419F-AEC7-A62AF2E65B11}"/>
              </a:ext>
            </a:extLst>
          </p:cNvPr>
          <p:cNvSpPr/>
          <p:nvPr userDrawn="1"/>
        </p:nvSpPr>
        <p:spPr>
          <a:xfrm rot="5400000">
            <a:off x="6934200" y="-1020"/>
            <a:ext cx="2209800" cy="22098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048C8-BEDD-47F9-820F-7FAF2CE3E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3" y="438150"/>
            <a:ext cx="8262935" cy="1325378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3D80DCF-CAC4-B510-50AD-54ADC9D71B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531" y="2720073"/>
            <a:ext cx="2386800" cy="198527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731E03B-66F2-08AA-04BD-84B57915BAB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532" y="2424890"/>
            <a:ext cx="2386800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E032C3F-0A3B-AAC7-3588-458B3449AB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926" y="2720073"/>
            <a:ext cx="2386800" cy="198527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00DB280F-8549-B946-7450-371D664596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19927" y="2424890"/>
            <a:ext cx="2386800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4869377D-21D8-79DE-3928-53FCA3989A4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378936" y="2720073"/>
            <a:ext cx="2386800" cy="1985277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A65C9EBC-BA39-D9E2-6EE3-8FCDBA3923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80229" y="2424890"/>
            <a:ext cx="2386800" cy="27000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55343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2ED0F9B-1932-6896-466C-D64BA828EC15}"/>
              </a:ext>
            </a:extLst>
          </p:cNvPr>
          <p:cNvSpPr/>
          <p:nvPr userDrawn="1"/>
        </p:nvSpPr>
        <p:spPr>
          <a:xfrm>
            <a:off x="4572001" y="2571750"/>
            <a:ext cx="4572000" cy="2571750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C0BAD-62F8-8DBF-08BD-F3D4D2314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3917156" cy="1883564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453C8F-F0F1-1099-79AA-AF1ACBB99C77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2571750"/>
            <a:ext cx="4665035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122764C-29F8-352B-1FEF-C94B5FF717FB}"/>
              </a:ext>
            </a:extLst>
          </p:cNvPr>
          <p:cNvCxnSpPr>
            <a:cxnSpLocks/>
          </p:cNvCxnSpPr>
          <p:nvPr userDrawn="1"/>
        </p:nvCxnSpPr>
        <p:spPr>
          <a:xfrm flipV="1">
            <a:off x="4572001" y="0"/>
            <a:ext cx="0" cy="257175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1DA4D24-A82B-1EC3-5880-D95826B5AB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5888" y="733333"/>
            <a:ext cx="3907577" cy="158838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C0CBB3E-1B00-966A-5016-421CD316FD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95888" y="438150"/>
            <a:ext cx="3907577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74804A8-CECC-36EF-9245-B4C9B09C3D2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0107" y="3116969"/>
            <a:ext cx="3905245" cy="158838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A40AA69-F8B7-00B4-3A15-AF9512DFEF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0107" y="2821787"/>
            <a:ext cx="3905245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BF6C9534-0126-D1C4-DE6F-D695D5BE1C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95888" y="3116969"/>
            <a:ext cx="3907577" cy="1588381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46BCF7E-1FFF-1586-0E11-756A0AEA2F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95888" y="2821787"/>
            <a:ext cx="3907577" cy="27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4184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9842E2F-4C64-0E74-4D16-99C3A8A51175}"/>
              </a:ext>
            </a:extLst>
          </p:cNvPr>
          <p:cNvSpPr/>
          <p:nvPr userDrawn="1"/>
        </p:nvSpPr>
        <p:spPr>
          <a:xfrm>
            <a:off x="0" y="1270396"/>
            <a:ext cx="4572000" cy="171747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 dirty="0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5E79941-DE5E-C49A-2E3F-8786F2E2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67631E-11F6-C168-7F46-9A8BA7C52082}"/>
              </a:ext>
            </a:extLst>
          </p:cNvPr>
          <p:cNvSpPr/>
          <p:nvPr userDrawn="1"/>
        </p:nvSpPr>
        <p:spPr>
          <a:xfrm>
            <a:off x="4572001" y="2987873"/>
            <a:ext cx="4572000" cy="1717477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 dirty="0">
              <a:solidFill>
                <a:schemeClr val="tx1"/>
              </a:solidFill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35CB980-CB8E-681A-AE69-8E319B4D8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0107" y="3395275"/>
            <a:ext cx="3905245" cy="119785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2F95759-011C-7FF5-0929-4FF7AAE1A22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0107" y="3100092"/>
            <a:ext cx="3905245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1640860-2340-E5BF-C39E-7045920AC1C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795888" y="3395275"/>
            <a:ext cx="3907577" cy="119785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EA79C68-E711-A6D9-5D20-F4838EB6936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95888" y="3100092"/>
            <a:ext cx="3907577" cy="27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3644F04-6245-0ADC-5269-B6052F3DD17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0107" y="1677798"/>
            <a:ext cx="3905245" cy="119785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4A59112C-5BAC-8919-157A-2EADF25AA2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0107" y="1382615"/>
            <a:ext cx="3905245" cy="270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151F00F-6557-7362-3EFE-F9A5EDF4737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795888" y="1677798"/>
            <a:ext cx="3907577" cy="119785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CEC0AC7C-12B1-4024-23F6-11AF30A164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795888" y="1382615"/>
            <a:ext cx="3907577" cy="270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5960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5E79941-DE5E-C49A-2E3F-8786F2E2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35CB980-CB8E-681A-AE69-8E319B4D8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0106" y="1660058"/>
            <a:ext cx="4973429" cy="45663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2F95759-011C-7FF5-0929-4FF7AAE1A22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0106" y="1430893"/>
            <a:ext cx="4973429" cy="20398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B17C2BD-9128-32B9-CB07-6B2848DD1F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0106" y="2522944"/>
            <a:ext cx="4973429" cy="45663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F1706E30-D436-DD4A-80FD-B94973FC80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50106" y="2293778"/>
            <a:ext cx="4973429" cy="20398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7F21597-7AC5-B7B1-B8D2-532EE71E2E1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50106" y="3385829"/>
            <a:ext cx="4973429" cy="45663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D0BD769-6575-AD2B-5936-CED024A7619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0106" y="3156664"/>
            <a:ext cx="4973429" cy="20398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749BE6C-588A-B977-D0B8-AC0C965EC49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0106" y="4248715"/>
            <a:ext cx="4973429" cy="45663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7DE88FF-4AA1-6ECC-6D3E-D72B54DB26E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0106" y="4019550"/>
            <a:ext cx="4973429" cy="20398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32810-8D3F-26FC-0767-4A3B01D13744}"/>
              </a:ext>
            </a:extLst>
          </p:cNvPr>
          <p:cNvSpPr/>
          <p:nvPr userDrawn="1"/>
        </p:nvSpPr>
        <p:spPr>
          <a:xfrm>
            <a:off x="7623572" y="3955500"/>
            <a:ext cx="1188000" cy="11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EF1355C9-7728-308B-8903-0247E2434F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84094" y="1430893"/>
            <a:ext cx="2619375" cy="3618562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907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A2527E0-94AA-C957-2E7B-4576A8C6BD96}"/>
              </a:ext>
            </a:extLst>
          </p:cNvPr>
          <p:cNvSpPr/>
          <p:nvPr userDrawn="1"/>
        </p:nvSpPr>
        <p:spPr>
          <a:xfrm rot="16200000" flipH="1">
            <a:off x="0" y="-1020"/>
            <a:ext cx="2209800" cy="22098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 sz="135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4C63C5-B093-423F-EDE7-E256A8B7AD32}"/>
              </a:ext>
            </a:extLst>
          </p:cNvPr>
          <p:cNvCxnSpPr>
            <a:cxnSpLocks/>
          </p:cNvCxnSpPr>
          <p:nvPr userDrawn="1"/>
        </p:nvCxnSpPr>
        <p:spPr>
          <a:xfrm>
            <a:off x="4572000" y="0"/>
            <a:ext cx="0" cy="43815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3565E-CF99-419F-AEC7-A62AF2E65B11}"/>
              </a:ext>
            </a:extLst>
          </p:cNvPr>
          <p:cNvSpPr/>
          <p:nvPr userDrawn="1"/>
        </p:nvSpPr>
        <p:spPr>
          <a:xfrm rot="5400000">
            <a:off x="6934200" y="-1020"/>
            <a:ext cx="2209800" cy="22098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048C8-BEDD-47F9-820F-7FAF2CE3E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3" y="438150"/>
            <a:ext cx="8262935" cy="826294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72417D9-BC42-3B90-31C4-4BDEF67F3FD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40531" y="2208780"/>
            <a:ext cx="8262938" cy="2298926"/>
          </a:xfrm>
          <a:solidFill>
            <a:schemeClr val="accent2"/>
          </a:solidFill>
        </p:spPr>
        <p:txBody>
          <a:bodyPr vert="horz" lIns="91440" tIns="45720" rIns="91440" bIns="45720" rtlCol="0" anchor="t">
            <a:normAutofit/>
          </a:bodyPr>
          <a:lstStyle>
            <a:lvl1pPr>
              <a:defRPr lang="en-GB">
                <a:solidFill>
                  <a:schemeClr val="tx1"/>
                </a:solidFill>
              </a:defRPr>
            </a:lvl1pPr>
          </a:lstStyle>
          <a:p>
            <a:pPr lvl="0" algn="ctr"/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E00E4767-969E-B7EC-6EB7-D9077ACDC5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1" y="1331612"/>
            <a:ext cx="8262938" cy="82629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899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7183041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5DC55D-FE90-0290-DEC1-253948C6DBFA}"/>
              </a:ext>
            </a:extLst>
          </p:cNvPr>
          <p:cNvSpPr/>
          <p:nvPr userDrawn="1"/>
        </p:nvSpPr>
        <p:spPr>
          <a:xfrm>
            <a:off x="3979016" y="1700784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BC1A33-4444-08A7-4E25-7052C1EEAD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79016" y="170078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64E6BE1-7E83-5142-86F9-75A00030EFE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99815" y="201601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09E28D40-CD72-8B36-1C50-BD42514ACA4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40531" y="1780197"/>
            <a:ext cx="2619375" cy="292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443E52A-90EC-80C5-88BF-10459DA404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6553" y="3321610"/>
            <a:ext cx="2310896" cy="138374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6553" y="3026427"/>
            <a:ext cx="2310896" cy="270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BDADA2-A31E-C596-5303-7AF5AC56FB56}"/>
              </a:ext>
            </a:extLst>
          </p:cNvPr>
          <p:cNvSpPr/>
          <p:nvPr userDrawn="1"/>
        </p:nvSpPr>
        <p:spPr>
          <a:xfrm>
            <a:off x="6955036" y="1700784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9379889-5F46-9825-3E2B-783579B61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5036" y="170078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92675E0-A157-1DB1-76B7-E36B844A8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075835" y="201601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657699A-4D76-232F-35AA-822257620E4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92573" y="3321610"/>
            <a:ext cx="2310896" cy="138374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B898056B-04CF-E373-91A8-977126C674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92573" y="3026427"/>
            <a:ext cx="2310896" cy="270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7883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7183041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95DC55D-FE90-0290-DEC1-253948C6DBFA}"/>
              </a:ext>
            </a:extLst>
          </p:cNvPr>
          <p:cNvSpPr/>
          <p:nvPr userDrawn="1"/>
        </p:nvSpPr>
        <p:spPr>
          <a:xfrm>
            <a:off x="3979016" y="1700784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BC1A33-4444-08A7-4E25-7052C1EEAD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79016" y="170078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64E6BE1-7E83-5142-86F9-75A00030EFE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99815" y="201601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443E52A-90EC-80C5-88BF-10459DA404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6553" y="3321610"/>
            <a:ext cx="2310896" cy="138374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9046D40-397F-56DE-33B8-0A18D57203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6553" y="3026427"/>
            <a:ext cx="2310896" cy="270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8BDADA2-A31E-C596-5303-7AF5AC56FB56}"/>
              </a:ext>
            </a:extLst>
          </p:cNvPr>
          <p:cNvSpPr/>
          <p:nvPr userDrawn="1"/>
        </p:nvSpPr>
        <p:spPr>
          <a:xfrm>
            <a:off x="6955036" y="1700784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9379889-5F46-9825-3E2B-783579B61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5036" y="170078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92675E0-A157-1DB1-76B7-E36B844A8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075835" y="201601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5657699A-4D76-232F-35AA-822257620E4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92573" y="3321610"/>
            <a:ext cx="2310896" cy="138374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B898056B-04CF-E373-91A8-977126C674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92573" y="3026427"/>
            <a:ext cx="2310896" cy="270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A778C70-B67E-C6E8-E825-6DB759DE14C0}"/>
              </a:ext>
            </a:extLst>
          </p:cNvPr>
          <p:cNvSpPr/>
          <p:nvPr userDrawn="1"/>
        </p:nvSpPr>
        <p:spPr>
          <a:xfrm>
            <a:off x="1002994" y="1700784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1FAF180D-8574-DD58-2386-64B458E9BD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02994" y="170078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algn="ctr"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0252BFD-F22D-9976-9DA1-FF8CA74420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23793" y="201601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06DC8DE-FD88-EBF9-E0DC-AEFF618B54D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40531" y="3321610"/>
            <a:ext cx="2310896" cy="138374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7CB07A5-AB94-CAD6-50E4-2849A7C558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40531" y="3026427"/>
            <a:ext cx="2310896" cy="2700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566867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525E9-84FB-45C6-9CCA-A7C6F12B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7183041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A778C70-B67E-C6E8-E825-6DB759DE14C0}"/>
              </a:ext>
            </a:extLst>
          </p:cNvPr>
          <p:cNvSpPr/>
          <p:nvPr userDrawn="1"/>
        </p:nvSpPr>
        <p:spPr>
          <a:xfrm>
            <a:off x="927443" y="1700784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1FAF180D-8574-DD58-2386-64B458E9BD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27443" y="170078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0252BFD-F22D-9976-9DA1-FF8CA74420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48243" y="201601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06DC8DE-FD88-EBF9-E0DC-AEFF618B54D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38188" y="3468394"/>
            <a:ext cx="1564481" cy="1236956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47CB07A5-AB94-CAD6-50E4-2849A7C5582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38188" y="3026426"/>
            <a:ext cx="1564481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78BAB24-BCD9-0F2E-02D8-37A6DD2B8692}"/>
              </a:ext>
            </a:extLst>
          </p:cNvPr>
          <p:cNvSpPr/>
          <p:nvPr userDrawn="1"/>
        </p:nvSpPr>
        <p:spPr>
          <a:xfrm>
            <a:off x="2962222" y="1700784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06A63DEE-D852-FC1B-5235-4154E0F210A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962222" y="170078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C179AEB9-9495-D9A5-CE8D-673DFEA8A34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083021" y="201601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26054F8-3E46-246B-859C-A1CC6CA7B5D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772967" y="3468394"/>
            <a:ext cx="1564481" cy="1236956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E6A74E6-A4FF-E48E-7C7F-F16BF4EBB9A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772967" y="3026426"/>
            <a:ext cx="1564481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F3E8C06-FD30-9266-E675-220541FF8BBF}"/>
              </a:ext>
            </a:extLst>
          </p:cNvPr>
          <p:cNvSpPr/>
          <p:nvPr userDrawn="1"/>
        </p:nvSpPr>
        <p:spPr>
          <a:xfrm>
            <a:off x="4997000" y="1700784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A7D42206-BCAF-AC60-8CA3-7628656E3BB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97000" y="170078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4AFB2D63-B2E6-B655-C2EF-18BE4612C3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201601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EC38127D-4578-2AF6-2A6E-D45746A4731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807745" y="3468394"/>
            <a:ext cx="1564481" cy="1236956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45DF0D5-8F3B-EE5E-6705-ADA4C9032A8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807745" y="3026426"/>
            <a:ext cx="1564481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7A5C0EF-7B7C-77F3-2AEA-4965195A1272}"/>
              </a:ext>
            </a:extLst>
          </p:cNvPr>
          <p:cNvSpPr/>
          <p:nvPr userDrawn="1"/>
        </p:nvSpPr>
        <p:spPr>
          <a:xfrm>
            <a:off x="7031780" y="1700784"/>
            <a:ext cx="1185969" cy="1185969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F695F20A-2F4D-D15A-2F3D-1BF05888568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031780" y="1700784"/>
            <a:ext cx="1185969" cy="1185969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52" name="Text Placeholder 6">
            <a:extLst>
              <a:ext uri="{FF2B5EF4-FFF2-40B4-BE49-F238E27FC236}">
                <a16:creationId xmlns:a16="http://schemas.microsoft.com/office/drawing/2014/main" id="{87C637B7-53F5-48F0-4238-00D643E998B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52579" y="2016013"/>
            <a:ext cx="944370" cy="570138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50547154-6265-5D9D-04FC-8426CC8F7A7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842524" y="3468394"/>
            <a:ext cx="1564481" cy="1236956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DB2FA132-8BF6-ADB1-94EE-8F5F96D7999F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842524" y="3026426"/>
            <a:ext cx="1564481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76081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/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4099BF1E-F740-EFF5-2D78-2C4E63DBD8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40531" y="1381126"/>
            <a:ext cx="3741883" cy="3324225"/>
          </a:xfrm>
        </p:spPr>
        <p:txBody>
          <a:bodyPr/>
          <a:lstStyle>
            <a:lvl1pPr>
              <a:defRPr sz="13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A2780FE-F448-1CAA-F4AB-6322ACBE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750AE0B-6325-0880-3985-0B362EB4EC2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961586" y="1823094"/>
            <a:ext cx="3741883" cy="288225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847BB10-E64A-01BA-96E0-446F8048D63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961586" y="1381126"/>
            <a:ext cx="3741883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4077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FAA4F31-FF90-45D7-B2DE-4071CF3B0D54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A2780FE-F448-1CAA-F4AB-6322ACBE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8262938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84C95-58CF-D9AD-04F6-95250EE7059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40532" y="1823094"/>
            <a:ext cx="3741883" cy="2882257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B705262B-16D3-9368-0455-0085EF2562B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40532" y="1381126"/>
            <a:ext cx="3741883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Chart Placeholder 9">
            <a:extLst>
              <a:ext uri="{FF2B5EF4-FFF2-40B4-BE49-F238E27FC236}">
                <a16:creationId xmlns:a16="http://schemas.microsoft.com/office/drawing/2014/main" id="{CF992C63-9282-3D86-45C6-3F2F2992C28C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61586" y="1381126"/>
            <a:ext cx="3741883" cy="3324225"/>
          </a:xfrm>
        </p:spPr>
        <p:txBody>
          <a:bodyPr/>
          <a:lstStyle>
            <a:lvl1pPr>
              <a:defRPr sz="135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93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9C165DBB-437B-30AE-1592-356DBF0F0AA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 flipV="1">
            <a:off x="3333221" y="2598080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7183041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8150" y="2987873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D9C32B-94BC-820A-0BB0-3632D8B64185}"/>
              </a:ext>
            </a:extLst>
          </p:cNvPr>
          <p:cNvCxnSpPr>
            <a:cxnSpLocks/>
          </p:cNvCxnSpPr>
          <p:nvPr userDrawn="1"/>
        </p:nvCxnSpPr>
        <p:spPr>
          <a:xfrm>
            <a:off x="440532" y="2987426"/>
            <a:ext cx="870346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82793" y="3733977"/>
            <a:ext cx="2115131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82793" y="3292009"/>
            <a:ext cx="2115131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0FA32C2-ECB9-01C0-2085-0D6FE2A9C9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679432" y="1808317"/>
            <a:ext cx="2115131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E5ECC16-C0BD-C38C-5F0F-9A984C32189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679432" y="1366350"/>
            <a:ext cx="2115131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E7CD07FC-BEE5-C23C-D7A7-8ED39AC7E67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28293" y="2987873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B5A0C650-B2EC-1462-DD7F-EF336135C60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576072" y="3733977"/>
            <a:ext cx="2115131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76AA9E70-E993-385C-8939-6195974DEB4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576072" y="3292009"/>
            <a:ext cx="2115131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3972" y="27638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D393204-B169-7564-05A9-D4B6395A4C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157262" y="27638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B65B4364-2A6B-8EB7-227E-EFFD61F3A13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265617" y="3025494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43617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9C165DBB-437B-30AE-1592-356DBF0F0AA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 flipV="1">
            <a:off x="2509025" y="2598080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7183041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8150" y="2987873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D9C32B-94BC-820A-0BB0-3632D8B64185}"/>
              </a:ext>
            </a:extLst>
          </p:cNvPr>
          <p:cNvCxnSpPr>
            <a:cxnSpLocks/>
          </p:cNvCxnSpPr>
          <p:nvPr userDrawn="1"/>
        </p:nvCxnSpPr>
        <p:spPr>
          <a:xfrm>
            <a:off x="440532" y="2987426"/>
            <a:ext cx="870346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82793" y="3733977"/>
            <a:ext cx="1614778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82793" y="3292009"/>
            <a:ext cx="1614778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0FA32C2-ECB9-01C0-2085-0D6FE2A9C9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851286" y="1808317"/>
            <a:ext cx="1614778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E5ECC16-C0BD-C38C-5F0F-9A984C32189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2851286" y="1366350"/>
            <a:ext cx="1614778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E7CD07FC-BEE5-C23C-D7A7-8ED39AC7E67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572000" y="2987873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B5A0C650-B2EC-1462-DD7F-EF336135C60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919779" y="3733977"/>
            <a:ext cx="1614778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76AA9E70-E993-385C-8939-6195974DEB4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919779" y="3292009"/>
            <a:ext cx="1614778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06A403F-1651-8AC4-7236-7BCD5B7020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 flipV="1">
            <a:off x="6638925" y="2598080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0528D71F-F463-1C75-3146-12A57AE60B1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988272" y="1808317"/>
            <a:ext cx="1614778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574E517-0C7C-19C0-93A2-742DB231088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988272" y="1366350"/>
            <a:ext cx="1614778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3972" y="27638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D393204-B169-7564-05A9-D4B6395A4C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00969" y="27638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B65B4364-2A6B-8EB7-227E-EFFD61F3A13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432302" y="3025494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456A4840-E555-4BD3-A5F3-EEB0AFC19F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556046" y="3025494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1057909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7183041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8150" y="2987873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D9C32B-94BC-820A-0BB0-3632D8B64185}"/>
              </a:ext>
            </a:extLst>
          </p:cNvPr>
          <p:cNvCxnSpPr>
            <a:cxnSpLocks/>
          </p:cNvCxnSpPr>
          <p:nvPr userDrawn="1"/>
        </p:nvCxnSpPr>
        <p:spPr>
          <a:xfrm>
            <a:off x="440532" y="2987426"/>
            <a:ext cx="870346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82793" y="3733977"/>
            <a:ext cx="1560358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82793" y="3292009"/>
            <a:ext cx="1560358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3972" y="27638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19" name="Text Placeholder 47">
            <a:extLst>
              <a:ext uri="{FF2B5EF4-FFF2-40B4-BE49-F238E27FC236}">
                <a16:creationId xmlns:a16="http://schemas.microsoft.com/office/drawing/2014/main" id="{72E4454B-6912-4B12-82E3-98EF663FEDE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 flipV="1">
            <a:off x="2028230" y="2598752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E2E80F-1B2F-88AE-C92E-79C258F3F48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372872" y="1806610"/>
            <a:ext cx="1560358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7FE20C2F-4314-0B5A-ED4E-4C05F43672A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372872" y="1364642"/>
            <a:ext cx="1560358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5FD22D6-439E-1D09-A92E-183CE574EA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964052" y="3022377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3" name="Text Placeholder 47">
            <a:extLst>
              <a:ext uri="{FF2B5EF4-FFF2-40B4-BE49-F238E27FC236}">
                <a16:creationId xmlns:a16="http://schemas.microsoft.com/office/drawing/2014/main" id="{31AD4637-A7BB-6FF9-EC20-D1847BBBF33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618309" y="2987873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64D0D6-096B-838B-DB46-50B30F03DE48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962951" y="3733977"/>
            <a:ext cx="1560358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282F753F-FF5D-0450-A281-ED3C7B55DB3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962951" y="3292009"/>
            <a:ext cx="1560358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F49E5AA-B8A9-1718-2831-23C48850A37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554131" y="27638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7" name="Text Placeholder 47">
            <a:extLst>
              <a:ext uri="{FF2B5EF4-FFF2-40B4-BE49-F238E27FC236}">
                <a16:creationId xmlns:a16="http://schemas.microsoft.com/office/drawing/2014/main" id="{093F9A11-8B4B-FB2B-BB7D-14D314A709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flipV="1">
            <a:off x="5208389" y="2598752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A662180-FDF9-FEA4-9C7C-480184E3C296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5553031" y="1806610"/>
            <a:ext cx="1560358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903A240-654B-31E0-F63D-80BD104BB6A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5553031" y="1364642"/>
            <a:ext cx="1560358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E08FDC21-966C-C46C-B522-AD5DFCE594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144211" y="3022377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1" name="Text Placeholder 47">
            <a:extLst>
              <a:ext uri="{FF2B5EF4-FFF2-40B4-BE49-F238E27FC236}">
                <a16:creationId xmlns:a16="http://schemas.microsoft.com/office/drawing/2014/main" id="{893A8C3D-17B0-8FD8-654E-AA3F93471A8A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798469" y="2987873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02647E7-BA95-36DF-70DA-6CCD76FCD05C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7143111" y="3733977"/>
            <a:ext cx="1560358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CDBA108-0FB1-0060-40A8-967116B7980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7143111" y="3292009"/>
            <a:ext cx="1560358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85182D71-A88A-F6D5-89B8-5AF7B691179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734291" y="27638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215902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7183041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38150" y="2987873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D9C32B-94BC-820A-0BB0-3632D8B64185}"/>
              </a:ext>
            </a:extLst>
          </p:cNvPr>
          <p:cNvCxnSpPr>
            <a:cxnSpLocks/>
          </p:cNvCxnSpPr>
          <p:nvPr userDrawn="1"/>
        </p:nvCxnSpPr>
        <p:spPr>
          <a:xfrm>
            <a:off x="440532" y="2987426"/>
            <a:ext cx="870346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82793" y="3733977"/>
            <a:ext cx="1231142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82793" y="3292009"/>
            <a:ext cx="1231142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73972" y="27638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" name="Text Placeholder 47">
            <a:extLst>
              <a:ext uri="{FF2B5EF4-FFF2-40B4-BE49-F238E27FC236}">
                <a16:creationId xmlns:a16="http://schemas.microsoft.com/office/drawing/2014/main" id="{EB5770D7-7030-FB7F-94E7-5AF4EAD5E79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 flipV="1">
            <a:off x="1776057" y="2598081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18CFAF6-66DD-C2A4-47C9-F2DA9576B276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120700" y="1804093"/>
            <a:ext cx="1231142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C8E716D-90B8-CA11-6A5A-143DCA473AD2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120700" y="1362125"/>
            <a:ext cx="1231142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14899CB-C957-6674-D467-C21BF65C33F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690070" y="30284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8" name="Text Placeholder 47">
            <a:extLst>
              <a:ext uri="{FF2B5EF4-FFF2-40B4-BE49-F238E27FC236}">
                <a16:creationId xmlns:a16="http://schemas.microsoft.com/office/drawing/2014/main" id="{BD41D12A-BB8F-2D7A-39B6-B956CB4E746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113964" y="2987873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ED16348-6A2B-F326-B6FC-52949BADA30A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458607" y="3733977"/>
            <a:ext cx="1231142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CB5E748-88DA-972A-7E23-B4081D3EA6AD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458607" y="3292009"/>
            <a:ext cx="1231142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1102CDA-8A47-A8AC-BDA5-9F04B92148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049786" y="27638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55594443-EB92-E0D5-F3E2-C880EE3795A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flipV="1">
            <a:off x="4451871" y="2598081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7106273-4D98-50DB-6C77-B7D5A9960CA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4796514" y="1804093"/>
            <a:ext cx="1231142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1E12DE1-CF11-5D63-7424-D0188B97872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4796514" y="1362125"/>
            <a:ext cx="1231142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EB378B8-1872-6DE6-2E68-7792A86B53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365884" y="30284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09B0A2E9-7DFC-A403-67B9-2849667B351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789778" y="2987873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728E5DA-F7D5-4638-C6A4-89A4B637BC67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6134421" y="3733977"/>
            <a:ext cx="1231142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1F680311-A7D4-BA9E-B8A3-3C0E2D35F4D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6134421" y="3292009"/>
            <a:ext cx="1231142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BF5ED435-4225-B01A-8661-4A55A282FA9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725600" y="27638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9" name="Text Placeholder 47">
            <a:extLst>
              <a:ext uri="{FF2B5EF4-FFF2-40B4-BE49-F238E27FC236}">
                <a16:creationId xmlns:a16="http://schemas.microsoft.com/office/drawing/2014/main" id="{3DB161CE-460D-3343-DC31-E64C1B932C4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 flipV="1">
            <a:off x="7127684" y="2598081"/>
            <a:ext cx="388899" cy="388899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0759DE18-144A-8D7C-1A17-991B5BBE1924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7472327" y="1804093"/>
            <a:ext cx="1231142" cy="84803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48E68E70-1ECB-BC50-8395-F9DDC4B2544E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7472327" y="1362125"/>
            <a:ext cx="1231142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A2A35910-E2BE-4554-252D-E74C9A81246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041697" y="3028468"/>
            <a:ext cx="1067527" cy="185491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338506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9C165DBB-437B-30AE-1592-356DBF0F0AA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 rot="8120955" flipV="1">
            <a:off x="4495062" y="3314782"/>
            <a:ext cx="163535" cy="163535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7183041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 rot="13552398">
            <a:off x="3514204" y="2540455"/>
            <a:ext cx="163535" cy="163535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38515" y="1940614"/>
            <a:ext cx="2115131" cy="631136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38515" y="1498647"/>
            <a:ext cx="2115131" cy="416290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0FA32C2-ECB9-01C0-2085-0D6FE2A9C9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514435" y="4073389"/>
            <a:ext cx="2115131" cy="631136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E5ECC16-C0BD-C38C-5F0F-9A984C32189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514435" y="3631421"/>
            <a:ext cx="2115131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E7CD07FC-BEE5-C23C-D7A7-8ED39AC7E67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 rot="13416059">
            <a:off x="5475921" y="2540031"/>
            <a:ext cx="163535" cy="163535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B5A0C650-B2EC-1462-DD7F-EF336135C60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084094" y="1940614"/>
            <a:ext cx="2115131" cy="63113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76AA9E70-E993-385C-8939-6195974DEB4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084094" y="1498647"/>
            <a:ext cx="2115131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138697" y="2916169"/>
            <a:ext cx="907907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D393204-B169-7564-05A9-D4B6395A4C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103734" y="2916169"/>
            <a:ext cx="907907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B65B4364-2A6B-8EB7-227E-EFFD61F3A13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121215" y="2916169"/>
            <a:ext cx="907907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5E363E-30FF-5A7B-91E6-966360EDCCA0}"/>
              </a:ext>
            </a:extLst>
          </p:cNvPr>
          <p:cNvGrpSpPr/>
          <p:nvPr userDrawn="1"/>
        </p:nvGrpSpPr>
        <p:grpSpPr>
          <a:xfrm>
            <a:off x="3105541" y="2518485"/>
            <a:ext cx="2942576" cy="980859"/>
            <a:chOff x="4134283" y="2771991"/>
            <a:chExt cx="3923434" cy="130781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655A560-79FA-9DFA-662D-AEA7E7264036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12" name="Arc 47">
                <a:extLst>
                  <a:ext uri="{FF2B5EF4-FFF2-40B4-BE49-F238E27FC236}">
                    <a16:creationId xmlns:a16="http://schemas.microsoft.com/office/drawing/2014/main" id="{39CE4BAD-DE6C-CAFA-1164-8E2FB2227B2D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Arc 48">
                <a:extLst>
                  <a:ext uri="{FF2B5EF4-FFF2-40B4-BE49-F238E27FC236}">
                    <a16:creationId xmlns:a16="http://schemas.microsoft.com/office/drawing/2014/main" id="{F28CDAB7-1062-5EA4-2B2A-E594871F9FB6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Arc 49">
                <a:extLst>
                  <a:ext uri="{FF2B5EF4-FFF2-40B4-BE49-F238E27FC236}">
                    <a16:creationId xmlns:a16="http://schemas.microsoft.com/office/drawing/2014/main" id="{BE2A6CC0-75C3-C14E-9653-1D7771BAD68A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D8762CC-FB9F-8742-2804-02B85682DF56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7" name="Arc 6">
                <a:extLst>
                  <a:ext uri="{FF2B5EF4-FFF2-40B4-BE49-F238E27FC236}">
                    <a16:creationId xmlns:a16="http://schemas.microsoft.com/office/drawing/2014/main" id="{CAC42FC9-7CCC-6102-E695-BFF579449705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Arc 7">
                <a:extLst>
                  <a:ext uri="{FF2B5EF4-FFF2-40B4-BE49-F238E27FC236}">
                    <a16:creationId xmlns:a16="http://schemas.microsoft.com/office/drawing/2014/main" id="{7EBC49F0-0073-DCFD-2E21-B28F8A8EB464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D4215F2B-762E-F873-05A4-30533BAC5FDB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177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194EFD-51CD-04DF-9DC4-2E1565747CF7}"/>
              </a:ext>
            </a:extLst>
          </p:cNvPr>
          <p:cNvGrpSpPr/>
          <p:nvPr userDrawn="1"/>
        </p:nvGrpSpPr>
        <p:grpSpPr>
          <a:xfrm>
            <a:off x="2610284" y="2518485"/>
            <a:ext cx="3923433" cy="980859"/>
            <a:chOff x="4134283" y="3357980"/>
            <a:chExt cx="5231244" cy="130781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75EFAE7-DB06-590C-9B1F-3C4020FBBA4E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18" name="Arc 47">
                <a:extLst>
                  <a:ext uri="{FF2B5EF4-FFF2-40B4-BE49-F238E27FC236}">
                    <a16:creationId xmlns:a16="http://schemas.microsoft.com/office/drawing/2014/main" id="{35BE7105-69DC-81F2-1524-E35F4D68B4AD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Arc 48">
                <a:extLst>
                  <a:ext uri="{FF2B5EF4-FFF2-40B4-BE49-F238E27FC236}">
                    <a16:creationId xmlns:a16="http://schemas.microsoft.com/office/drawing/2014/main" id="{62C56C6A-A0F4-3614-F6BF-B3E91D255059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F09AD7-4182-F9E1-8DF2-94B868DA5D60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16" name="Arc 47">
                <a:extLst>
                  <a:ext uri="{FF2B5EF4-FFF2-40B4-BE49-F238E27FC236}">
                    <a16:creationId xmlns:a16="http://schemas.microsoft.com/office/drawing/2014/main" id="{C2F66580-81E0-F7E6-9EFF-D043EBAB60EA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Arc 48">
                <a:extLst>
                  <a:ext uri="{FF2B5EF4-FFF2-40B4-BE49-F238E27FC236}">
                    <a16:creationId xmlns:a16="http://schemas.microsoft.com/office/drawing/2014/main" id="{9AD3684B-90DA-5C9E-04D7-65AC4A30AD06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6FDD18-C443-DB82-05C7-50C98B98F96B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22D18510-49A1-9BC9-8562-8CD9B056800D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D04AEF53-C452-CFAE-15C9-74DED72A0778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092B98D-965D-A9EE-4BFC-66378B793777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10" name="Arc 9">
                <a:extLst>
                  <a:ext uri="{FF2B5EF4-FFF2-40B4-BE49-F238E27FC236}">
                    <a16:creationId xmlns:a16="http://schemas.microsoft.com/office/drawing/2014/main" id="{E92C5BF4-C1C3-7AA4-309A-54C394B15F20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Arc 11">
                <a:extLst>
                  <a:ext uri="{FF2B5EF4-FFF2-40B4-BE49-F238E27FC236}">
                    <a16:creationId xmlns:a16="http://schemas.microsoft.com/office/drawing/2014/main" id="{B32B98DB-6201-9437-4AD2-B674552EFC3F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9C165DBB-437B-30AE-1592-356DBF0F0AA9}"/>
              </a:ext>
            </a:extLst>
          </p:cNvPr>
          <p:cNvSpPr>
            <a:spLocks noGrp="1" noChangeAspect="1"/>
          </p:cNvSpPr>
          <p:nvPr>
            <p:ph type="body" sz="quarter" idx="50" hasCustomPrompt="1"/>
          </p:nvPr>
        </p:nvSpPr>
        <p:spPr>
          <a:xfrm rot="8077340" flipV="1">
            <a:off x="3999221" y="3312428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7183041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 noChangeAspect="1"/>
          </p:cNvSpPr>
          <p:nvPr>
            <p:ph type="body" sz="quarter" idx="52" hasCustomPrompt="1"/>
          </p:nvPr>
        </p:nvSpPr>
        <p:spPr>
          <a:xfrm rot="13480280">
            <a:off x="3018363" y="2538902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22036" y="2976109"/>
            <a:ext cx="1614778" cy="631800"/>
          </a:xfrm>
        </p:spPr>
        <p:txBody>
          <a:bodyPr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22036" y="2534142"/>
            <a:ext cx="1614778" cy="416290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0FA32C2-ECB9-01C0-2085-0D6FE2A9C9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3277512" y="4073550"/>
            <a:ext cx="1614778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E5ECC16-C0BD-C38C-5F0F-9A984C32189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277512" y="3631583"/>
            <a:ext cx="1614778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E7CD07FC-BEE5-C23C-D7A7-8ED39AC7E675}"/>
              </a:ext>
            </a:extLst>
          </p:cNvPr>
          <p:cNvSpPr>
            <a:spLocks noGrp="1" noChangeAspect="1"/>
          </p:cNvSpPr>
          <p:nvPr>
            <p:ph type="body" sz="quarter" idx="53" hasCustomPrompt="1"/>
          </p:nvPr>
        </p:nvSpPr>
        <p:spPr>
          <a:xfrm rot="13480280">
            <a:off x="4980080" y="2538902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B5A0C650-B2EC-1462-DD7F-EF336135C60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257422" y="1809352"/>
            <a:ext cx="1614778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76AA9E70-E993-385C-8939-6195974DEB4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257422" y="1367385"/>
            <a:ext cx="1614778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506A403F-1651-8AC4-7236-7BCD5B70207D}"/>
              </a:ext>
            </a:extLst>
          </p:cNvPr>
          <p:cNvSpPr>
            <a:spLocks noGrp="1" noChangeAspect="1"/>
          </p:cNvSpPr>
          <p:nvPr>
            <p:ph type="body" sz="quarter" idx="51" hasCustomPrompt="1"/>
          </p:nvPr>
        </p:nvSpPr>
        <p:spPr>
          <a:xfrm rot="8077340" flipV="1">
            <a:off x="5960938" y="3312428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0528D71F-F463-1C75-3146-12A57AE60B1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648942" y="2973017"/>
            <a:ext cx="1614778" cy="631800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574E517-0C7C-19C0-93A2-742DB231088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648942" y="2531050"/>
            <a:ext cx="1614778" cy="416290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3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647113" y="2916169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D393204-B169-7564-05A9-D4B6395A4C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608830" y="2916169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B65B4364-2A6B-8EB7-227E-EFFD61F3A13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627971" y="2916169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456A4840-E555-4BD3-A5F3-EEB0AFC19F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589687" y="2916169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135269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7183041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 noChangeAspect="1"/>
          </p:cNvSpPr>
          <p:nvPr>
            <p:ph type="body" sz="quarter" idx="52" hasCustomPrompt="1"/>
          </p:nvPr>
        </p:nvSpPr>
        <p:spPr>
          <a:xfrm rot="13468673">
            <a:off x="2470784" y="2543061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775418" y="1820706"/>
            <a:ext cx="1560358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775418" y="1378739"/>
            <a:ext cx="1560358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9534" y="2916170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19" name="Text Placeholder 47">
            <a:extLst>
              <a:ext uri="{FF2B5EF4-FFF2-40B4-BE49-F238E27FC236}">
                <a16:creationId xmlns:a16="http://schemas.microsoft.com/office/drawing/2014/main" id="{72E4454B-6912-4B12-82E3-98EF663FEDEF}"/>
              </a:ext>
            </a:extLst>
          </p:cNvPr>
          <p:cNvSpPr>
            <a:spLocks noGrp="1" noChangeAspect="1"/>
          </p:cNvSpPr>
          <p:nvPr>
            <p:ph type="body" sz="quarter" idx="55" hasCustomPrompt="1"/>
          </p:nvPr>
        </p:nvSpPr>
        <p:spPr>
          <a:xfrm rot="8150336" flipV="1">
            <a:off x="3452501" y="3313384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E2E80F-1B2F-88AE-C92E-79C258F3F48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759668" y="4072307"/>
            <a:ext cx="1560358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7FE20C2F-4314-0B5A-ED4E-4C05F43672A1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759668" y="3630339"/>
            <a:ext cx="1560358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5FD22D6-439E-1D09-A92E-183CE574EAE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080392" y="2916170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3" name="Text Placeholder 47">
            <a:extLst>
              <a:ext uri="{FF2B5EF4-FFF2-40B4-BE49-F238E27FC236}">
                <a16:creationId xmlns:a16="http://schemas.microsoft.com/office/drawing/2014/main" id="{31AD4637-A7BB-6FF9-EC20-D1847BBBF339}"/>
              </a:ext>
            </a:extLst>
          </p:cNvPr>
          <p:cNvSpPr>
            <a:spLocks noGrp="1" noChangeAspect="1"/>
          </p:cNvSpPr>
          <p:nvPr>
            <p:ph type="body" sz="quarter" idx="59" hasCustomPrompt="1"/>
          </p:nvPr>
        </p:nvSpPr>
        <p:spPr>
          <a:xfrm rot="13468673">
            <a:off x="4434219" y="2545124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064D0D6-096B-838B-DB46-50B30F03DE48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743919" y="1827616"/>
            <a:ext cx="1560358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282F753F-FF5D-0450-A281-ED3C7B55DB3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743919" y="1385649"/>
            <a:ext cx="1560358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F49E5AA-B8A9-1718-2831-23C48850A37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061250" y="2916170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7" name="Text Placeholder 47">
            <a:extLst>
              <a:ext uri="{FF2B5EF4-FFF2-40B4-BE49-F238E27FC236}">
                <a16:creationId xmlns:a16="http://schemas.microsoft.com/office/drawing/2014/main" id="{093F9A11-8B4B-FB2B-BB7D-14D314A70981}"/>
              </a:ext>
            </a:extLst>
          </p:cNvPr>
          <p:cNvSpPr>
            <a:spLocks noGrp="1" noChangeAspect="1"/>
          </p:cNvSpPr>
          <p:nvPr>
            <p:ph type="body" sz="quarter" idx="63" hasCustomPrompt="1"/>
          </p:nvPr>
        </p:nvSpPr>
        <p:spPr>
          <a:xfrm rot="8150336" flipV="1">
            <a:off x="5415937" y="3313384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A662180-FDF9-FEA4-9C7C-480184E3C296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4728168" y="4077309"/>
            <a:ext cx="1560358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903A240-654B-31E0-F63D-80BD104BB6A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4728168" y="3635342"/>
            <a:ext cx="1560358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E08FDC21-966C-C46C-B522-AD5DFCE594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042108" y="2916170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1" name="Text Placeholder 47">
            <a:extLst>
              <a:ext uri="{FF2B5EF4-FFF2-40B4-BE49-F238E27FC236}">
                <a16:creationId xmlns:a16="http://schemas.microsoft.com/office/drawing/2014/main" id="{893A8C3D-17B0-8FD8-654E-AA3F93471A8A}"/>
              </a:ext>
            </a:extLst>
          </p:cNvPr>
          <p:cNvSpPr>
            <a:spLocks noGrp="1" noChangeAspect="1"/>
          </p:cNvSpPr>
          <p:nvPr>
            <p:ph type="body" sz="quarter" idx="67" hasCustomPrompt="1"/>
          </p:nvPr>
        </p:nvSpPr>
        <p:spPr>
          <a:xfrm rot="13468673">
            <a:off x="6397656" y="2543061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02647E7-BA95-36DF-70DA-6CCD76FCD05C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5712418" y="1823916"/>
            <a:ext cx="1560358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CDBA108-0FB1-0060-40A8-967116B7980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5712418" y="1381949"/>
            <a:ext cx="1560358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85182D71-A88A-F6D5-89B8-5AF7B691179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022966" y="2916170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EAB494-E420-CABA-719F-BCDF9716F13A}"/>
              </a:ext>
            </a:extLst>
          </p:cNvPr>
          <p:cNvGrpSpPr/>
          <p:nvPr userDrawn="1"/>
        </p:nvGrpSpPr>
        <p:grpSpPr>
          <a:xfrm>
            <a:off x="2062705" y="2518485"/>
            <a:ext cx="4904291" cy="980859"/>
            <a:chOff x="3480378" y="3357980"/>
            <a:chExt cx="6539055" cy="1307812"/>
          </a:xfrm>
        </p:grpSpPr>
        <p:sp>
          <p:nvSpPr>
            <p:cNvPr id="6" name="Arc 47">
              <a:extLst>
                <a:ext uri="{FF2B5EF4-FFF2-40B4-BE49-F238E27FC236}">
                  <a16:creationId xmlns:a16="http://schemas.microsoft.com/office/drawing/2014/main" id="{5B6561AF-4910-132F-B3B7-A504B4416BDA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7" name="Arc 47">
              <a:extLst>
                <a:ext uri="{FF2B5EF4-FFF2-40B4-BE49-F238E27FC236}">
                  <a16:creationId xmlns:a16="http://schemas.microsoft.com/office/drawing/2014/main" id="{2C5285BF-2913-E316-D1BA-884490EB7CCA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8" name="Arc 48">
              <a:extLst>
                <a:ext uri="{FF2B5EF4-FFF2-40B4-BE49-F238E27FC236}">
                  <a16:creationId xmlns:a16="http://schemas.microsoft.com/office/drawing/2014/main" id="{BBEDBE85-7398-D2A8-88BE-1542BAAC30D2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0" name="Arc 47">
              <a:extLst>
                <a:ext uri="{FF2B5EF4-FFF2-40B4-BE49-F238E27FC236}">
                  <a16:creationId xmlns:a16="http://schemas.microsoft.com/office/drawing/2014/main" id="{3132AA95-43B7-F6AC-E795-F71F3A89F25D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2" name="Arc 48">
              <a:extLst>
                <a:ext uri="{FF2B5EF4-FFF2-40B4-BE49-F238E27FC236}">
                  <a16:creationId xmlns:a16="http://schemas.microsoft.com/office/drawing/2014/main" id="{43694D3A-5612-11F3-B441-F789FD332443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809976B3-B1A7-59BD-6B86-09A70BABBCF9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5" name="Arc 14">
              <a:extLst>
                <a:ext uri="{FF2B5EF4-FFF2-40B4-BE49-F238E27FC236}">
                  <a16:creationId xmlns:a16="http://schemas.microsoft.com/office/drawing/2014/main" id="{5950265B-9B14-9CA8-61A6-21DCC3A1AF1A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2A615E95-7DE6-5147-0CF1-8B99E4355B73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3BA90852-7702-41AD-99B1-C60A497F740A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574FE756-6EC0-DEBE-7D64-3CBA40AA2C7A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969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3E5D277-4339-C4D1-A41A-BB7B87063406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60620B-EC8A-78D9-76D4-E4DE28BCE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438151"/>
            <a:ext cx="7183041" cy="83224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43BF1845-C70F-D3A9-7F86-DD4539DA6801}"/>
              </a:ext>
            </a:extLst>
          </p:cNvPr>
          <p:cNvSpPr>
            <a:spLocks noGrp="1" noChangeAspect="1"/>
          </p:cNvSpPr>
          <p:nvPr>
            <p:ph type="body" sz="quarter" idx="52" hasCustomPrompt="1"/>
          </p:nvPr>
        </p:nvSpPr>
        <p:spPr>
          <a:xfrm rot="13448084">
            <a:off x="1987412" y="2543875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6C56DE8-B888-CF16-9037-81D79DF329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449670" y="1794957"/>
            <a:ext cx="1231142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983499A-72B1-5BC3-FD8C-B9704ECFED1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449670" y="1352990"/>
            <a:ext cx="1231142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968F3835-9C63-EF19-32BD-25CE27F15DB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616248" y="2916170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" name="Text Placeholder 47">
            <a:extLst>
              <a:ext uri="{FF2B5EF4-FFF2-40B4-BE49-F238E27FC236}">
                <a16:creationId xmlns:a16="http://schemas.microsoft.com/office/drawing/2014/main" id="{EB5770D7-7030-FB7F-94E7-5AF4EAD5E798}"/>
              </a:ext>
            </a:extLst>
          </p:cNvPr>
          <p:cNvSpPr>
            <a:spLocks noGrp="1" noChangeAspect="1"/>
          </p:cNvSpPr>
          <p:nvPr>
            <p:ph type="body" sz="quarter" idx="55" hasCustomPrompt="1"/>
          </p:nvPr>
        </p:nvSpPr>
        <p:spPr>
          <a:xfrm rot="2654128">
            <a:off x="2968288" y="3313384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18CFAF6-66DD-C2A4-47C9-F2DA9576B276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432669" y="4021467"/>
            <a:ext cx="1231142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C8E716D-90B8-CA11-6A5A-143DCA473AD2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432669" y="3579500"/>
            <a:ext cx="1231142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B14899CB-C957-6674-D467-C21BF65C33F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597106" y="2916170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8" name="Text Placeholder 47">
            <a:extLst>
              <a:ext uri="{FF2B5EF4-FFF2-40B4-BE49-F238E27FC236}">
                <a16:creationId xmlns:a16="http://schemas.microsoft.com/office/drawing/2014/main" id="{BD41D12A-BB8F-2D7A-39B6-B956CB4E7462}"/>
              </a:ext>
            </a:extLst>
          </p:cNvPr>
          <p:cNvSpPr>
            <a:spLocks noGrp="1" noChangeAspect="1"/>
          </p:cNvSpPr>
          <p:nvPr>
            <p:ph type="body" sz="quarter" idx="59" hasCustomPrompt="1"/>
          </p:nvPr>
        </p:nvSpPr>
        <p:spPr>
          <a:xfrm rot="13448719">
            <a:off x="3949163" y="2543875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ED16348-6A2B-F326-B6FC-52949BADA30A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415669" y="1860020"/>
            <a:ext cx="1231142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CB5E748-88DA-972A-7E23-B4081D3EA6AD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415669" y="1418052"/>
            <a:ext cx="1231142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1102CDA-8A47-A8AC-BDA5-9F04B92148D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577964" y="2916170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55594443-EB92-E0D5-F3E2-C880EE3795A9}"/>
              </a:ext>
            </a:extLst>
          </p:cNvPr>
          <p:cNvSpPr>
            <a:spLocks noGrp="1" noChangeAspect="1"/>
          </p:cNvSpPr>
          <p:nvPr>
            <p:ph type="body" sz="quarter" idx="63" hasCustomPrompt="1"/>
          </p:nvPr>
        </p:nvSpPr>
        <p:spPr>
          <a:xfrm rot="2654128">
            <a:off x="4930039" y="3313384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7106273-4D98-50DB-6C77-B7D5A9960CA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4398668" y="4106375"/>
            <a:ext cx="1231142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1E12DE1-CF11-5D63-7424-D0188B97872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4398668" y="3664407"/>
            <a:ext cx="1231142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DEB378B8-1872-6DE6-2E68-7792A86B5368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558823" y="2916170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09B0A2E9-7DFC-A403-67B9-2849667B3518}"/>
              </a:ext>
            </a:extLst>
          </p:cNvPr>
          <p:cNvSpPr>
            <a:spLocks noGrp="1" noChangeAspect="1"/>
          </p:cNvSpPr>
          <p:nvPr>
            <p:ph type="body" sz="quarter" idx="67" hasCustomPrompt="1"/>
          </p:nvPr>
        </p:nvSpPr>
        <p:spPr>
          <a:xfrm rot="13493207">
            <a:off x="5910914" y="2543875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2728E5DA-F7D5-4638-C6A4-89A4B637BC67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5381668" y="1823110"/>
            <a:ext cx="1231142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1F680311-A7D4-BA9E-B8A3-3C0E2D35F4DD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5381668" y="1381142"/>
            <a:ext cx="1231142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BF5ED435-4225-B01A-8661-4A55A282FA9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539681" y="2916170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39" name="Text Placeholder 47">
            <a:extLst>
              <a:ext uri="{FF2B5EF4-FFF2-40B4-BE49-F238E27FC236}">
                <a16:creationId xmlns:a16="http://schemas.microsoft.com/office/drawing/2014/main" id="{3DB161CE-460D-3343-DC31-E64C1B932C43}"/>
              </a:ext>
            </a:extLst>
          </p:cNvPr>
          <p:cNvSpPr>
            <a:spLocks noGrp="1" noChangeAspect="1"/>
          </p:cNvSpPr>
          <p:nvPr>
            <p:ph type="body" sz="quarter" idx="71" hasCustomPrompt="1"/>
          </p:nvPr>
        </p:nvSpPr>
        <p:spPr>
          <a:xfrm rot="2654128">
            <a:off x="6891789" y="3300544"/>
            <a:ext cx="164700" cy="164700"/>
          </a:xfrm>
          <a:custGeom>
            <a:avLst/>
            <a:gdLst>
              <a:gd name="connsiteX0" fmla="*/ 0 w 518532"/>
              <a:gd name="connsiteY0" fmla="*/ 0 h 518532"/>
              <a:gd name="connsiteX1" fmla="*/ 517527 w 518532"/>
              <a:gd name="connsiteY1" fmla="*/ 0 h 518532"/>
              <a:gd name="connsiteX2" fmla="*/ 518532 w 518532"/>
              <a:gd name="connsiteY2" fmla="*/ 19914 h 518532"/>
              <a:gd name="connsiteX3" fmla="*/ 19914 w 518532"/>
              <a:gd name="connsiteY3" fmla="*/ 518532 h 518532"/>
              <a:gd name="connsiteX4" fmla="*/ 0 w 518532"/>
              <a:gd name="connsiteY4" fmla="*/ 517526 h 518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532" h="518532">
                <a:moveTo>
                  <a:pt x="0" y="0"/>
                </a:moveTo>
                <a:lnTo>
                  <a:pt x="517527" y="0"/>
                </a:lnTo>
                <a:lnTo>
                  <a:pt x="518532" y="19914"/>
                </a:lnTo>
                <a:cubicBezTo>
                  <a:pt x="518532" y="295293"/>
                  <a:pt x="295293" y="518532"/>
                  <a:pt x="19914" y="518532"/>
                </a:cubicBezTo>
                <a:lnTo>
                  <a:pt x="0" y="51752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5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GB" dirty="0"/>
              <a:t>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0759DE18-144A-8D7C-1A17-991B5BBE1924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6364669" y="4021467"/>
            <a:ext cx="1231142" cy="6318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00" b="0">
                <a:solidFill>
                  <a:schemeClr val="tx1"/>
                </a:solidFill>
              </a:defRPr>
            </a:lvl1pPr>
            <a:lvl2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lnSpc>
                <a:spcPct val="120000"/>
              </a:lnSpc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48E68E70-1ECB-BC50-8395-F9DDC4B2544E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6364669" y="3579500"/>
            <a:ext cx="1231142" cy="41629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A2A35910-E2BE-4554-252D-E74C9A81246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520539" y="2916170"/>
            <a:ext cx="907200" cy="185491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75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Milestone</a:t>
            </a:r>
          </a:p>
        </p:txBody>
      </p:sp>
      <p:sp>
        <p:nvSpPr>
          <p:cNvPr id="20" name="Arc 48">
            <a:extLst>
              <a:ext uri="{FF2B5EF4-FFF2-40B4-BE49-F238E27FC236}">
                <a16:creationId xmlns:a16="http://schemas.microsoft.com/office/drawing/2014/main" id="{CEB5FE85-6FBA-20D0-1BDD-1B48C13D527B}"/>
              </a:ext>
            </a:extLst>
          </p:cNvPr>
          <p:cNvSpPr/>
          <p:nvPr userDrawn="1"/>
        </p:nvSpPr>
        <p:spPr>
          <a:xfrm flipV="1">
            <a:off x="6483711" y="2518485"/>
            <a:ext cx="980858" cy="980859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1" name="Arc 47">
            <a:extLst>
              <a:ext uri="{FF2B5EF4-FFF2-40B4-BE49-F238E27FC236}">
                <a16:creationId xmlns:a16="http://schemas.microsoft.com/office/drawing/2014/main" id="{477598E1-DA42-DF6C-D390-9442D91A3849}"/>
              </a:ext>
            </a:extLst>
          </p:cNvPr>
          <p:cNvSpPr/>
          <p:nvPr userDrawn="1"/>
        </p:nvSpPr>
        <p:spPr>
          <a:xfrm>
            <a:off x="5502852" y="2518485"/>
            <a:ext cx="980858" cy="980859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2" name="Arc 47">
            <a:extLst>
              <a:ext uri="{FF2B5EF4-FFF2-40B4-BE49-F238E27FC236}">
                <a16:creationId xmlns:a16="http://schemas.microsoft.com/office/drawing/2014/main" id="{4D4C0585-1A77-62CE-F7D2-A88D285B9E8F}"/>
              </a:ext>
            </a:extLst>
          </p:cNvPr>
          <p:cNvSpPr/>
          <p:nvPr userDrawn="1"/>
        </p:nvSpPr>
        <p:spPr>
          <a:xfrm>
            <a:off x="3541136" y="2518485"/>
            <a:ext cx="980858" cy="980859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3" name="Arc 48">
            <a:extLst>
              <a:ext uri="{FF2B5EF4-FFF2-40B4-BE49-F238E27FC236}">
                <a16:creationId xmlns:a16="http://schemas.microsoft.com/office/drawing/2014/main" id="{B15E6F22-0A93-E807-318E-61A3BD2308AB}"/>
              </a:ext>
            </a:extLst>
          </p:cNvPr>
          <p:cNvSpPr/>
          <p:nvPr userDrawn="1"/>
        </p:nvSpPr>
        <p:spPr>
          <a:xfrm flipV="1">
            <a:off x="4521994" y="2518485"/>
            <a:ext cx="980858" cy="980859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4" name="Arc 47">
            <a:extLst>
              <a:ext uri="{FF2B5EF4-FFF2-40B4-BE49-F238E27FC236}">
                <a16:creationId xmlns:a16="http://schemas.microsoft.com/office/drawing/2014/main" id="{34EDB599-B1C4-46E9-9D03-7D1CEC80BE17}"/>
              </a:ext>
            </a:extLst>
          </p:cNvPr>
          <p:cNvSpPr/>
          <p:nvPr userDrawn="1"/>
        </p:nvSpPr>
        <p:spPr>
          <a:xfrm>
            <a:off x="1579420" y="2518485"/>
            <a:ext cx="980858" cy="980859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5" name="Arc 48">
            <a:extLst>
              <a:ext uri="{FF2B5EF4-FFF2-40B4-BE49-F238E27FC236}">
                <a16:creationId xmlns:a16="http://schemas.microsoft.com/office/drawing/2014/main" id="{5C440A63-4D8F-67DD-2DEF-65143B79D009}"/>
              </a:ext>
            </a:extLst>
          </p:cNvPr>
          <p:cNvSpPr/>
          <p:nvPr userDrawn="1"/>
        </p:nvSpPr>
        <p:spPr>
          <a:xfrm flipV="1">
            <a:off x="2560278" y="2518485"/>
            <a:ext cx="980858" cy="980859"/>
          </a:xfrm>
          <a:prstGeom prst="ellipse">
            <a:avLst/>
          </a:prstGeo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0DD9DB4A-7EFC-D3AB-644C-A57CF01BA020}"/>
              </a:ext>
            </a:extLst>
          </p:cNvPr>
          <p:cNvSpPr/>
          <p:nvPr userDrawn="1"/>
        </p:nvSpPr>
        <p:spPr>
          <a:xfrm>
            <a:off x="1579420" y="2518485"/>
            <a:ext cx="980858" cy="980859"/>
          </a:xfrm>
          <a:prstGeom prst="arc">
            <a:avLst>
              <a:gd name="adj1" fmla="val 10792152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B439AEAC-92C3-822D-36EC-404450122AF0}"/>
              </a:ext>
            </a:extLst>
          </p:cNvPr>
          <p:cNvSpPr/>
          <p:nvPr userDrawn="1"/>
        </p:nvSpPr>
        <p:spPr>
          <a:xfrm flipV="1">
            <a:off x="2560278" y="2518485"/>
            <a:ext cx="980858" cy="980859"/>
          </a:xfrm>
          <a:prstGeom prst="arc">
            <a:avLst>
              <a:gd name="adj1" fmla="val 10790197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3AB3AEB-F8B8-A8C9-C881-10B54C18FAFE}"/>
              </a:ext>
            </a:extLst>
          </p:cNvPr>
          <p:cNvSpPr/>
          <p:nvPr userDrawn="1"/>
        </p:nvSpPr>
        <p:spPr>
          <a:xfrm>
            <a:off x="3541136" y="2518485"/>
            <a:ext cx="980858" cy="980859"/>
          </a:xfrm>
          <a:prstGeom prst="arc">
            <a:avLst>
              <a:gd name="adj1" fmla="val 10792152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7A65FA56-776F-B166-55F6-585D097CB22A}"/>
              </a:ext>
            </a:extLst>
          </p:cNvPr>
          <p:cNvSpPr/>
          <p:nvPr userDrawn="1"/>
        </p:nvSpPr>
        <p:spPr>
          <a:xfrm flipV="1">
            <a:off x="4521994" y="2518485"/>
            <a:ext cx="980858" cy="980859"/>
          </a:xfrm>
          <a:prstGeom prst="arc">
            <a:avLst>
              <a:gd name="adj1" fmla="val 10790197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5F4B4F57-16C1-82D5-5C9C-24A167453427}"/>
              </a:ext>
            </a:extLst>
          </p:cNvPr>
          <p:cNvSpPr/>
          <p:nvPr userDrawn="1"/>
        </p:nvSpPr>
        <p:spPr>
          <a:xfrm>
            <a:off x="5502852" y="2518485"/>
            <a:ext cx="980858" cy="980859"/>
          </a:xfrm>
          <a:prstGeom prst="arc">
            <a:avLst>
              <a:gd name="adj1" fmla="val 10792152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DE41CE68-7913-183D-0F7B-DEA19B9ADD64}"/>
              </a:ext>
            </a:extLst>
          </p:cNvPr>
          <p:cNvSpPr/>
          <p:nvPr userDrawn="1"/>
        </p:nvSpPr>
        <p:spPr>
          <a:xfrm flipV="1">
            <a:off x="6483711" y="2518485"/>
            <a:ext cx="980858" cy="980859"/>
          </a:xfrm>
          <a:prstGeom prst="arc">
            <a:avLst>
              <a:gd name="adj1" fmla="val 10790197"/>
              <a:gd name="adj2" fmla="val 0"/>
            </a:avLst>
          </a:prstGeom>
          <a:ln w="5715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8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4394" userDrawn="1">
          <p15:clr>
            <a:srgbClr val="FBAE40"/>
          </p15:clr>
        </p15:guide>
        <p15:guide id="2" pos="1298" userDrawn="1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A2527E0-94AA-C957-2E7B-4576A8C6BD96}"/>
              </a:ext>
            </a:extLst>
          </p:cNvPr>
          <p:cNvSpPr/>
          <p:nvPr userDrawn="1"/>
        </p:nvSpPr>
        <p:spPr>
          <a:xfrm rot="16200000" flipH="1">
            <a:off x="0" y="-1020"/>
            <a:ext cx="2209800" cy="22098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ID" sz="135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4C63C5-B093-423F-EDE7-E256A8B7AD32}"/>
              </a:ext>
            </a:extLst>
          </p:cNvPr>
          <p:cNvCxnSpPr>
            <a:cxnSpLocks/>
          </p:cNvCxnSpPr>
          <p:nvPr userDrawn="1"/>
        </p:nvCxnSpPr>
        <p:spPr>
          <a:xfrm>
            <a:off x="4572000" y="0"/>
            <a:ext cx="0" cy="43815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13565E-CF99-419F-AEC7-A62AF2E65B11}"/>
              </a:ext>
            </a:extLst>
          </p:cNvPr>
          <p:cNvSpPr/>
          <p:nvPr userDrawn="1"/>
        </p:nvSpPr>
        <p:spPr>
          <a:xfrm rot="5400000">
            <a:off x="6934200" y="-1020"/>
            <a:ext cx="2209800" cy="2209800"/>
          </a:xfrm>
          <a:custGeom>
            <a:avLst/>
            <a:gdLst>
              <a:gd name="connsiteX0" fmla="*/ 0 w 2946400"/>
              <a:gd name="connsiteY0" fmla="*/ 0 h 2946400"/>
              <a:gd name="connsiteX1" fmla="*/ 2881601 w 2946400"/>
              <a:gd name="connsiteY1" fmla="*/ 0 h 2946400"/>
              <a:gd name="connsiteX2" fmla="*/ 2897635 w 2946400"/>
              <a:gd name="connsiteY2" fmla="*/ 62356 h 2946400"/>
              <a:gd name="connsiteX3" fmla="*/ 2946400 w 2946400"/>
              <a:gd name="connsiteY3" fmla="*/ 546100 h 2946400"/>
              <a:gd name="connsiteX4" fmla="*/ 546100 w 2946400"/>
              <a:gd name="connsiteY4" fmla="*/ 2946400 h 2946400"/>
              <a:gd name="connsiteX5" fmla="*/ 62356 w 2946400"/>
              <a:gd name="connsiteY5" fmla="*/ 2897635 h 2946400"/>
              <a:gd name="connsiteX6" fmla="*/ 0 w 2946400"/>
              <a:gd name="connsiteY6" fmla="*/ 2881601 h 29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46400" h="2946400">
                <a:moveTo>
                  <a:pt x="0" y="0"/>
                </a:moveTo>
                <a:lnTo>
                  <a:pt x="2881601" y="0"/>
                </a:lnTo>
                <a:lnTo>
                  <a:pt x="2897635" y="62356"/>
                </a:lnTo>
                <a:cubicBezTo>
                  <a:pt x="2929609" y="218610"/>
                  <a:pt x="2946400" y="380394"/>
                  <a:pt x="2946400" y="546100"/>
                </a:cubicBezTo>
                <a:cubicBezTo>
                  <a:pt x="2946400" y="1871749"/>
                  <a:pt x="1871749" y="2946400"/>
                  <a:pt x="546100" y="2946400"/>
                </a:cubicBezTo>
                <a:cubicBezTo>
                  <a:pt x="380394" y="2946400"/>
                  <a:pt x="218610" y="2929609"/>
                  <a:pt x="62356" y="2897635"/>
                </a:cubicBezTo>
                <a:lnTo>
                  <a:pt x="0" y="28816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048C8-BEDD-47F9-820F-7FAF2CE3E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3" y="438150"/>
            <a:ext cx="8262935" cy="1325378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4840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D13ECA1-EBCC-5614-D342-9F4FB2100450}"/>
              </a:ext>
            </a:extLst>
          </p:cNvPr>
          <p:cNvSpPr/>
          <p:nvPr userDrawn="1"/>
        </p:nvSpPr>
        <p:spPr>
          <a:xfrm>
            <a:off x="0" y="0"/>
            <a:ext cx="1700786" cy="1700784"/>
          </a:xfrm>
          <a:custGeom>
            <a:avLst/>
            <a:gdLst>
              <a:gd name="connsiteX0" fmla="*/ 0 w 2267714"/>
              <a:gd name="connsiteY0" fmla="*/ 0 h 2267712"/>
              <a:gd name="connsiteX1" fmla="*/ 2263317 w 2267714"/>
              <a:gd name="connsiteY1" fmla="*/ 0 h 2267712"/>
              <a:gd name="connsiteX2" fmla="*/ 2267714 w 2267714"/>
              <a:gd name="connsiteY2" fmla="*/ 87089 h 2267712"/>
              <a:gd name="connsiteX3" fmla="*/ 87091 w 2267714"/>
              <a:gd name="connsiteY3" fmla="*/ 2267712 h 2267712"/>
              <a:gd name="connsiteX4" fmla="*/ 0 w 2267714"/>
              <a:gd name="connsiteY4" fmla="*/ 2263314 h 2267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7714" h="2267712">
                <a:moveTo>
                  <a:pt x="0" y="0"/>
                </a:moveTo>
                <a:lnTo>
                  <a:pt x="2263317" y="0"/>
                </a:lnTo>
                <a:lnTo>
                  <a:pt x="2267714" y="87089"/>
                </a:lnTo>
                <a:cubicBezTo>
                  <a:pt x="2267714" y="1291414"/>
                  <a:pt x="1291416" y="2267712"/>
                  <a:pt x="87091" y="2267712"/>
                </a:cubicBezTo>
                <a:lnTo>
                  <a:pt x="0" y="22633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1350"/>
          </a:p>
        </p:txBody>
      </p:sp>
    </p:spTree>
    <p:extLst>
      <p:ext uri="{BB962C8B-B14F-4D97-AF65-F5344CB8AC3E}">
        <p14:creationId xmlns:p14="http://schemas.microsoft.com/office/powerpoint/2010/main" val="70398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4572000" y="0"/>
            <a:ext cx="2257425" cy="51435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1" y="1076961"/>
            <a:ext cx="3374228" cy="2280920"/>
          </a:xfrm>
        </p:spPr>
        <p:txBody>
          <a:bodyPr anchor="b">
            <a:noAutofit/>
          </a:bodyPr>
          <a:lstStyle>
            <a:lvl1pPr>
              <a:defRPr sz="405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26853" y="900113"/>
            <a:ext cx="3005145" cy="33432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74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40531" y="50465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531" y="3540309"/>
            <a:ext cx="2619376" cy="27384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1" y="3842556"/>
            <a:ext cx="2619376" cy="27384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89C402F-EF33-BC3A-77ED-6EE9FAF0EAEA}"/>
              </a:ext>
            </a:extLst>
          </p:cNvPr>
          <p:cNvCxnSpPr>
            <a:cxnSpLocks/>
          </p:cNvCxnSpPr>
          <p:nvPr userDrawn="1"/>
        </p:nvCxnSpPr>
        <p:spPr>
          <a:xfrm>
            <a:off x="1228725" y="438746"/>
            <a:ext cx="747474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7603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440530" y="622937"/>
            <a:ext cx="8262938" cy="389703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0" y="622937"/>
            <a:ext cx="8262938" cy="2100579"/>
          </a:xfrm>
        </p:spPr>
        <p:txBody>
          <a:bodyPr anchor="b">
            <a:noAutofit/>
          </a:bodyPr>
          <a:lstStyle>
            <a:lvl1pPr algn="ctr">
              <a:defRPr sz="405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228725" y="438746"/>
            <a:ext cx="747474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74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40531" y="50465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530" y="2905944"/>
            <a:ext cx="8262939" cy="27384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0" y="3208191"/>
            <a:ext cx="8262939" cy="27384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897093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440530" y="0"/>
            <a:ext cx="8262938" cy="272351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0" y="622937"/>
            <a:ext cx="8262938" cy="2100579"/>
          </a:xfrm>
        </p:spPr>
        <p:txBody>
          <a:bodyPr anchor="b">
            <a:noAutofit/>
          </a:bodyPr>
          <a:lstStyle>
            <a:lvl1pPr algn="ctr">
              <a:defRPr sz="405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228725" y="438746"/>
            <a:ext cx="747474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74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40531" y="50465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530" y="2905944"/>
            <a:ext cx="8262939" cy="273845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0" y="3208191"/>
            <a:ext cx="8262939" cy="27384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741236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827520" y="438150"/>
            <a:ext cx="2316480" cy="42672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0" y="1785621"/>
            <a:ext cx="4131470" cy="1572260"/>
          </a:xfrm>
        </p:spPr>
        <p:txBody>
          <a:bodyPr>
            <a:noAutofit/>
          </a:bodyPr>
          <a:lstStyle>
            <a:lvl1pPr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26852" y="900113"/>
            <a:ext cx="3817148" cy="3343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228725" y="438746"/>
            <a:ext cx="320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7758950" y="438746"/>
            <a:ext cx="94451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74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40531" y="50465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531" y="3540309"/>
            <a:ext cx="2619376" cy="273845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0531" y="3842556"/>
            <a:ext cx="2619376" cy="273845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171450" lvl="0" indent="-1714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728830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880108" y="1685925"/>
            <a:ext cx="7383782" cy="251459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78" y="1785621"/>
            <a:ext cx="7183042" cy="1572260"/>
          </a:xfrm>
        </p:spPr>
        <p:txBody>
          <a:bodyPr>
            <a:noAutofit/>
          </a:bodyPr>
          <a:lstStyle>
            <a:lvl1pPr algn="ctr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228725" y="438746"/>
            <a:ext cx="320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7758950" y="438746"/>
            <a:ext cx="94451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74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40531" y="50465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0478" y="3540309"/>
            <a:ext cx="7183042" cy="27384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0478" y="3842556"/>
            <a:ext cx="7183042" cy="273845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171450" lvl="0" indent="-1714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7694208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880108" y="1685925"/>
            <a:ext cx="7383782" cy="17716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78" y="1785621"/>
            <a:ext cx="7183042" cy="1572260"/>
          </a:xfrm>
        </p:spPr>
        <p:txBody>
          <a:bodyPr>
            <a:noAutofit/>
          </a:bodyPr>
          <a:lstStyle>
            <a:lvl1pPr algn="ctr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228725" y="438746"/>
            <a:ext cx="320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7758950" y="438746"/>
            <a:ext cx="94451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74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40531" y="50465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80478" y="3540309"/>
            <a:ext cx="7183042" cy="273845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0478" y="3842556"/>
            <a:ext cx="7183042" cy="273845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171450" lvl="0" indent="-1714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0583038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1539479" y="-7144"/>
            <a:ext cx="1520428" cy="143946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7963495" cy="994172"/>
          </a:xfrm>
        </p:spPr>
        <p:txBody>
          <a:bodyPr anchor="t">
            <a:noAutofit/>
          </a:bodyPr>
          <a:lstStyle>
            <a:lvl1pPr algn="l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5871CAC-832A-B0DC-B1EF-3A924B2538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0531" y="1663032"/>
            <a:ext cx="3567113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2C2B6AE-BBD1-072F-11EA-3271514C5E0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531" y="2474488"/>
            <a:ext cx="3567113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65C82AC-5994-E285-8E69-464595CDEC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0531" y="3285945"/>
            <a:ext cx="3567113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FE3C7A6-3FCF-AFDA-1AA0-A73590427D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0531" y="4097401"/>
            <a:ext cx="3567113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36358" y="1663032"/>
            <a:ext cx="3567113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105CEFD-F325-0AB7-B814-0387A51F2E9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36358" y="2474488"/>
            <a:ext cx="3567113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17B3774-D454-C357-A847-214689F275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136358" y="3285945"/>
            <a:ext cx="3567113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EB56A41-7B9C-2619-491C-AE83CA1549A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36358" y="4097401"/>
            <a:ext cx="3567113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78407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1539479" y="-7145"/>
            <a:ext cx="1520428" cy="471249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0" y="438151"/>
            <a:ext cx="5112186" cy="994172"/>
          </a:xfrm>
        </p:spPr>
        <p:txBody>
          <a:bodyPr anchor="t">
            <a:noAutofit/>
          </a:bodyPr>
          <a:lstStyle>
            <a:lvl1pPr algn="l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BCA78D2-DB67-9E06-381E-38B694DBDB7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1"/>
            <a:ext cx="2895600" cy="45669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5871CAC-832A-B0DC-B1EF-3A924B2538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1840" y="1663032"/>
            <a:ext cx="5411629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2C2B6AE-BBD1-072F-11EA-3271514C5E0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91840" y="2474488"/>
            <a:ext cx="5411629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65C82AC-5994-E285-8E69-464595CDEC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91840" y="3285945"/>
            <a:ext cx="5411629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FE3C7A6-3FCF-AFDA-1AA0-A73590427D1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291840" y="4097401"/>
            <a:ext cx="5411629" cy="6079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751530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6084094" y="604998"/>
            <a:ext cx="1520428" cy="4538502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438151"/>
            <a:ext cx="4891088" cy="994172"/>
          </a:xfrm>
        </p:spPr>
        <p:txBody>
          <a:bodyPr anchor="t">
            <a:noAutofit/>
          </a:bodyPr>
          <a:lstStyle>
            <a:lvl1pPr algn="l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BCA78D2-DB67-9E06-381E-38B694DBDB7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57937" y="701041"/>
            <a:ext cx="2786063" cy="44424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0531" y="1525872"/>
            <a:ext cx="4888707" cy="4756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9F90F1-907D-7070-4FBA-4A2BC0B2F2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0531" y="2200678"/>
            <a:ext cx="4888707" cy="4756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503DD1B-1B73-8A6B-1E89-1961141AA8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0531" y="2875485"/>
            <a:ext cx="4888707" cy="4756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11618D-976B-988D-D033-8809F946AD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0531" y="3550291"/>
            <a:ext cx="4888707" cy="4756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3E0708-8299-822D-7D8F-A540C3B56C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0531" y="4225097"/>
            <a:ext cx="4888707" cy="475649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69778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438150" y="438150"/>
            <a:ext cx="1082281" cy="426259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153120" y="2031800"/>
            <a:ext cx="4267201" cy="1079899"/>
          </a:xfrm>
        </p:spPr>
        <p:txBody>
          <a:bodyPr anchor="ctr">
            <a:noAutofit/>
          </a:bodyPr>
          <a:lstStyle>
            <a:lvl1pPr algn="ctr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290763" y="438150"/>
            <a:ext cx="6184106" cy="75453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9F90F1-907D-7070-4FBA-4A2BC0B2F2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290763" y="1316317"/>
            <a:ext cx="6184106" cy="75453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503DD1B-1B73-8A6B-1E89-1961141AA8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290763" y="2194483"/>
            <a:ext cx="6184106" cy="75453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11618D-976B-988D-D033-8809F946AD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290763" y="3072650"/>
            <a:ext cx="6184106" cy="75453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3E0708-8299-822D-7D8F-A540C3B56C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290763" y="3950815"/>
            <a:ext cx="6184106" cy="754535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272769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3811786" y="1525872"/>
            <a:ext cx="1520428" cy="361762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7F3D3-4A12-2E75-B01E-1D4FFC79BAB5}"/>
              </a:ext>
            </a:extLst>
          </p:cNvPr>
          <p:cNvSpPr/>
          <p:nvPr userDrawn="1"/>
        </p:nvSpPr>
        <p:spPr>
          <a:xfrm>
            <a:off x="438150" y="1525872"/>
            <a:ext cx="1520428" cy="361762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BDC65A-83E7-C511-32D9-813802722A58}"/>
              </a:ext>
            </a:extLst>
          </p:cNvPr>
          <p:cNvSpPr/>
          <p:nvPr userDrawn="1"/>
        </p:nvSpPr>
        <p:spPr>
          <a:xfrm>
            <a:off x="7185423" y="1525872"/>
            <a:ext cx="1520428" cy="361762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0" y="438151"/>
            <a:ext cx="8265319" cy="739140"/>
          </a:xfrm>
        </p:spPr>
        <p:txBody>
          <a:bodyPr anchor="t">
            <a:noAutofit/>
          </a:bodyPr>
          <a:lstStyle>
            <a:lvl1pPr algn="ctr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FC9F35B-71D5-8680-CB9C-4FBADE9A4D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3987" y="1525872"/>
            <a:ext cx="1468754" cy="47564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9F90F1-907D-7070-4FBA-4A2BC0B2F24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150806" y="1525872"/>
            <a:ext cx="1468754" cy="47564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503DD1B-1B73-8A6B-1E89-1961141AA8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837624" y="1525872"/>
            <a:ext cx="1468754" cy="47564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611618D-976B-988D-D033-8809F946AD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524442" y="1525872"/>
            <a:ext cx="1468754" cy="47564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D3E0708-8299-822D-7D8F-A540C3B56C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211260" y="1525872"/>
            <a:ext cx="1468754" cy="475649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034090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F1ED8AC-A7D7-9FBC-CCA2-348E328FCF3B}"/>
              </a:ext>
            </a:extLst>
          </p:cNvPr>
          <p:cNvSpPr/>
          <p:nvPr userDrawn="1"/>
        </p:nvSpPr>
        <p:spPr>
          <a:xfrm>
            <a:off x="0" y="0"/>
            <a:ext cx="1520428" cy="51435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1" y="2074665"/>
            <a:ext cx="3376613" cy="994172"/>
          </a:xfrm>
        </p:spPr>
        <p:txBody>
          <a:bodyPr anchor="ctr">
            <a:noAutofit/>
          </a:bodyPr>
          <a:lstStyle>
            <a:lvl1pPr algn="l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C6C9B8B2-1134-BB17-0F1A-D4997FE234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663700"/>
            <a:ext cx="4131469" cy="27737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Website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C95E7AF-16F8-C807-CBD7-B8581B52CE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0" y="1100113"/>
            <a:ext cx="4131469" cy="27737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E00E7E40-44F1-FBBA-D92B-E50AC4F0DC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697806"/>
            <a:ext cx="4131469" cy="27737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BE716859-CF38-04EB-9CC3-0E28EA77D2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0" y="2134219"/>
            <a:ext cx="4131469" cy="27737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10654B0D-9250-D988-A790-26613C3223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2000" y="2731911"/>
            <a:ext cx="4131469" cy="27737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Phone Number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6905ADEF-9F91-866D-D04D-C5609B8D50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572000" y="3168324"/>
            <a:ext cx="4131469" cy="27737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8CF870E7-54E5-A28E-2F88-65A79CA0C1B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2000" y="3766018"/>
            <a:ext cx="4131469" cy="27737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Location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BC4A4443-8C5D-4F1E-B047-DB6175BC03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572000" y="4202431"/>
            <a:ext cx="4131469" cy="27737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739816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FD1473-B43C-06B1-C392-B3E81C2C2851}"/>
              </a:ext>
            </a:extLst>
          </p:cNvPr>
          <p:cNvSpPr/>
          <p:nvPr userDrawn="1"/>
        </p:nvSpPr>
        <p:spPr>
          <a:xfrm>
            <a:off x="0" y="0"/>
            <a:ext cx="1520428" cy="51435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1" y="2074665"/>
            <a:ext cx="3376613" cy="994172"/>
          </a:xfrm>
        </p:spPr>
        <p:txBody>
          <a:bodyPr anchor="ctr">
            <a:noAutofit/>
          </a:bodyPr>
          <a:lstStyle>
            <a:lvl1pPr algn="l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63B1BF72-95C9-C967-7334-A0E69CC06F4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909186" y="1067689"/>
            <a:ext cx="3389471" cy="486773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1FC4FA2F-7AE9-168D-0D5A-DA4BFDBBB4F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909186" y="1906732"/>
            <a:ext cx="3389471" cy="486773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F3754505-3926-F1C2-E5BB-1BA22BA50D3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909186" y="2745774"/>
            <a:ext cx="3389471" cy="486773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98442E5C-ECC0-EE1A-ADE1-CAA30ED3F3E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909186" y="3584816"/>
            <a:ext cx="3389471" cy="486773"/>
          </a:xfrm>
          <a:prstGeom prst="rect">
            <a:avLst/>
          </a:prstGeom>
        </p:spPr>
        <p:txBody>
          <a:bodyPr tIns="0" bIns="0" anchor="ctr">
            <a:noAutofit/>
          </a:bodyPr>
          <a:lstStyle>
            <a:lvl1pPr marL="0" indent="0">
              <a:buNone/>
              <a:defRPr sz="1350" b="1">
                <a:solidFill>
                  <a:schemeClr val="tx1"/>
                </a:solidFill>
              </a:defRPr>
            </a:lvl1pPr>
            <a:lvl2pPr marL="342917" indent="0">
              <a:buNone/>
              <a:defRPr sz="550"/>
            </a:lvl2pPr>
            <a:lvl3pPr marL="685835" indent="0">
              <a:buNone/>
              <a:defRPr sz="525"/>
            </a:lvl3pPr>
            <a:lvl4pPr marL="1028752" indent="0">
              <a:buNone/>
              <a:defRPr sz="500"/>
            </a:lvl4pPr>
            <a:lvl5pPr marL="1371668" indent="0">
              <a:buNone/>
              <a:defRPr sz="500"/>
            </a:lvl5pPr>
          </a:lstStyle>
          <a:p>
            <a:pPr lvl="0"/>
            <a:r>
              <a:rPr lang="en-US" dirty="0"/>
              <a:t>Click to edit Master text styles</a:t>
            </a:r>
            <a:endParaRPr lang="en-ID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D1BEECA7-6A89-70AF-0A62-FE1A39C53A2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379319" y="1118394"/>
            <a:ext cx="385363" cy="385363"/>
          </a:xfrm>
          <a:custGeom>
            <a:avLst/>
            <a:gdLst>
              <a:gd name="connsiteX0" fmla="*/ 391447 w 513817"/>
              <a:gd name="connsiteY0" fmla="*/ 270430 h 513817"/>
              <a:gd name="connsiteX1" fmla="*/ 294093 w 513817"/>
              <a:gd name="connsiteY1" fmla="*/ 469872 h 513817"/>
              <a:gd name="connsiteX2" fmla="*/ 472576 w 513817"/>
              <a:gd name="connsiteY2" fmla="*/ 270430 h 513817"/>
              <a:gd name="connsiteX3" fmla="*/ 270430 w 513817"/>
              <a:gd name="connsiteY3" fmla="*/ 270430 h 513817"/>
              <a:gd name="connsiteX4" fmla="*/ 270430 w 513817"/>
              <a:gd name="connsiteY4" fmla="*/ 456351 h 513817"/>
              <a:gd name="connsiteX5" fmla="*/ 364404 w 513817"/>
              <a:gd name="connsiteY5" fmla="*/ 270430 h 513817"/>
              <a:gd name="connsiteX6" fmla="*/ 149413 w 513817"/>
              <a:gd name="connsiteY6" fmla="*/ 270430 h 513817"/>
              <a:gd name="connsiteX7" fmla="*/ 243387 w 513817"/>
              <a:gd name="connsiteY7" fmla="*/ 456351 h 513817"/>
              <a:gd name="connsiteX8" fmla="*/ 243387 w 513817"/>
              <a:gd name="connsiteY8" fmla="*/ 270430 h 513817"/>
              <a:gd name="connsiteX9" fmla="*/ 41241 w 513817"/>
              <a:gd name="connsiteY9" fmla="*/ 270430 h 513817"/>
              <a:gd name="connsiteX10" fmla="*/ 219724 w 513817"/>
              <a:gd name="connsiteY10" fmla="*/ 469872 h 513817"/>
              <a:gd name="connsiteX11" fmla="*/ 122370 w 513817"/>
              <a:gd name="connsiteY11" fmla="*/ 270430 h 513817"/>
              <a:gd name="connsiteX12" fmla="*/ 270430 w 513817"/>
              <a:gd name="connsiteY12" fmla="*/ 57466 h 513817"/>
              <a:gd name="connsiteX13" fmla="*/ 270430 w 513817"/>
              <a:gd name="connsiteY13" fmla="*/ 243387 h 513817"/>
              <a:gd name="connsiteX14" fmla="*/ 364404 w 513817"/>
              <a:gd name="connsiteY14" fmla="*/ 243387 h 513817"/>
              <a:gd name="connsiteX15" fmla="*/ 270430 w 513817"/>
              <a:gd name="connsiteY15" fmla="*/ 57466 h 513817"/>
              <a:gd name="connsiteX16" fmla="*/ 243387 w 513817"/>
              <a:gd name="connsiteY16" fmla="*/ 57466 h 513817"/>
              <a:gd name="connsiteX17" fmla="*/ 149413 w 513817"/>
              <a:gd name="connsiteY17" fmla="*/ 243387 h 513817"/>
              <a:gd name="connsiteX18" fmla="*/ 243387 w 513817"/>
              <a:gd name="connsiteY18" fmla="*/ 243387 h 513817"/>
              <a:gd name="connsiteX19" fmla="*/ 294093 w 513817"/>
              <a:gd name="connsiteY19" fmla="*/ 43945 h 513817"/>
              <a:gd name="connsiteX20" fmla="*/ 391447 w 513817"/>
              <a:gd name="connsiteY20" fmla="*/ 243387 h 513817"/>
              <a:gd name="connsiteX21" fmla="*/ 472576 w 513817"/>
              <a:gd name="connsiteY21" fmla="*/ 243387 h 513817"/>
              <a:gd name="connsiteX22" fmla="*/ 294093 w 513817"/>
              <a:gd name="connsiteY22" fmla="*/ 43945 h 513817"/>
              <a:gd name="connsiteX23" fmla="*/ 219724 w 513817"/>
              <a:gd name="connsiteY23" fmla="*/ 43945 h 513817"/>
              <a:gd name="connsiteX24" fmla="*/ 41241 w 513817"/>
              <a:gd name="connsiteY24" fmla="*/ 243387 h 513817"/>
              <a:gd name="connsiteX25" fmla="*/ 122370 w 513817"/>
              <a:gd name="connsiteY25" fmla="*/ 243387 h 513817"/>
              <a:gd name="connsiteX26" fmla="*/ 219724 w 513817"/>
              <a:gd name="connsiteY26" fmla="*/ 43945 h 513817"/>
              <a:gd name="connsiteX27" fmla="*/ 256909 w 513817"/>
              <a:gd name="connsiteY27" fmla="*/ 0 h 513817"/>
              <a:gd name="connsiteX28" fmla="*/ 513817 w 513817"/>
              <a:gd name="connsiteY28" fmla="*/ 256909 h 513817"/>
              <a:gd name="connsiteX29" fmla="*/ 256909 w 513817"/>
              <a:gd name="connsiteY29" fmla="*/ 513817 h 513817"/>
              <a:gd name="connsiteX30" fmla="*/ 0 w 513817"/>
              <a:gd name="connsiteY30" fmla="*/ 256909 h 513817"/>
              <a:gd name="connsiteX31" fmla="*/ 256909 w 513817"/>
              <a:gd name="connsiteY31" fmla="*/ 0 h 513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3817" h="513817">
                <a:moveTo>
                  <a:pt x="391447" y="270430"/>
                </a:moveTo>
                <a:cubicBezTo>
                  <a:pt x="386715" y="347503"/>
                  <a:pt x="338038" y="415786"/>
                  <a:pt x="294093" y="469872"/>
                </a:cubicBezTo>
                <a:cubicBezTo>
                  <a:pt x="391447" y="452970"/>
                  <a:pt x="466492" y="371165"/>
                  <a:pt x="472576" y="270430"/>
                </a:cubicBezTo>
                <a:close/>
                <a:moveTo>
                  <a:pt x="270430" y="270430"/>
                </a:moveTo>
                <a:lnTo>
                  <a:pt x="270430" y="456351"/>
                </a:lnTo>
                <a:cubicBezTo>
                  <a:pt x="313699" y="402941"/>
                  <a:pt x="358996" y="340066"/>
                  <a:pt x="364404" y="270430"/>
                </a:cubicBezTo>
                <a:close/>
                <a:moveTo>
                  <a:pt x="149413" y="270430"/>
                </a:moveTo>
                <a:cubicBezTo>
                  <a:pt x="154821" y="340066"/>
                  <a:pt x="200118" y="402941"/>
                  <a:pt x="243387" y="456351"/>
                </a:cubicBezTo>
                <a:lnTo>
                  <a:pt x="243387" y="270430"/>
                </a:lnTo>
                <a:close/>
                <a:moveTo>
                  <a:pt x="41241" y="270430"/>
                </a:moveTo>
                <a:cubicBezTo>
                  <a:pt x="47325" y="371165"/>
                  <a:pt x="122370" y="452970"/>
                  <a:pt x="219724" y="469872"/>
                </a:cubicBezTo>
                <a:cubicBezTo>
                  <a:pt x="175780" y="415786"/>
                  <a:pt x="127778" y="347503"/>
                  <a:pt x="122370" y="270430"/>
                </a:cubicBezTo>
                <a:close/>
                <a:moveTo>
                  <a:pt x="270430" y="57466"/>
                </a:moveTo>
                <a:lnTo>
                  <a:pt x="270430" y="243387"/>
                </a:lnTo>
                <a:lnTo>
                  <a:pt x="364404" y="243387"/>
                </a:lnTo>
                <a:cubicBezTo>
                  <a:pt x="358996" y="173075"/>
                  <a:pt x="313699" y="110876"/>
                  <a:pt x="270430" y="57466"/>
                </a:cubicBezTo>
                <a:close/>
                <a:moveTo>
                  <a:pt x="243387" y="57466"/>
                </a:moveTo>
                <a:cubicBezTo>
                  <a:pt x="200118" y="110876"/>
                  <a:pt x="154821" y="173751"/>
                  <a:pt x="149413" y="243387"/>
                </a:cubicBezTo>
                <a:lnTo>
                  <a:pt x="243387" y="243387"/>
                </a:lnTo>
                <a:close/>
                <a:moveTo>
                  <a:pt x="294093" y="43945"/>
                </a:moveTo>
                <a:cubicBezTo>
                  <a:pt x="338038" y="98031"/>
                  <a:pt x="386715" y="166314"/>
                  <a:pt x="391447" y="243387"/>
                </a:cubicBezTo>
                <a:lnTo>
                  <a:pt x="472576" y="243387"/>
                </a:lnTo>
                <a:cubicBezTo>
                  <a:pt x="466492" y="142652"/>
                  <a:pt x="391447" y="60847"/>
                  <a:pt x="294093" y="43945"/>
                </a:cubicBezTo>
                <a:close/>
                <a:moveTo>
                  <a:pt x="219724" y="43945"/>
                </a:moveTo>
                <a:cubicBezTo>
                  <a:pt x="122370" y="60847"/>
                  <a:pt x="47325" y="142652"/>
                  <a:pt x="41241" y="243387"/>
                </a:cubicBezTo>
                <a:lnTo>
                  <a:pt x="122370" y="243387"/>
                </a:lnTo>
                <a:cubicBezTo>
                  <a:pt x="127102" y="166314"/>
                  <a:pt x="175780" y="98031"/>
                  <a:pt x="219724" y="43945"/>
                </a:cubicBezTo>
                <a:close/>
                <a:moveTo>
                  <a:pt x="256909" y="0"/>
                </a:moveTo>
                <a:cubicBezTo>
                  <a:pt x="398884" y="0"/>
                  <a:pt x="513817" y="114933"/>
                  <a:pt x="513817" y="256909"/>
                </a:cubicBezTo>
                <a:cubicBezTo>
                  <a:pt x="513817" y="398884"/>
                  <a:pt x="398884" y="513817"/>
                  <a:pt x="256909" y="513817"/>
                </a:cubicBezTo>
                <a:cubicBezTo>
                  <a:pt x="114933" y="513817"/>
                  <a:pt x="0" y="398884"/>
                  <a:pt x="0" y="256909"/>
                </a:cubicBezTo>
                <a:cubicBezTo>
                  <a:pt x="0" y="114933"/>
                  <a:pt x="114933" y="0"/>
                  <a:pt x="2569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B0D9E394-4F17-2CD5-15A1-F59B1880897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369178" y="1927012"/>
            <a:ext cx="405645" cy="446210"/>
          </a:xfrm>
          <a:custGeom>
            <a:avLst/>
            <a:gdLst>
              <a:gd name="connsiteX0" fmla="*/ 270768 w 540860"/>
              <a:gd name="connsiteY0" fmla="*/ 393307 h 594946"/>
              <a:gd name="connsiteX1" fmla="*/ 205527 w 540860"/>
              <a:gd name="connsiteY1" fmla="*/ 419167 h 594946"/>
              <a:gd name="connsiteX2" fmla="*/ 196062 w 540860"/>
              <a:gd name="connsiteY2" fmla="*/ 427956 h 594946"/>
              <a:gd name="connsiteX3" fmla="*/ 62199 w 540860"/>
              <a:gd name="connsiteY3" fmla="*/ 554382 h 594946"/>
              <a:gd name="connsiteX4" fmla="*/ 478661 w 540860"/>
              <a:gd name="connsiteY4" fmla="*/ 554382 h 594946"/>
              <a:gd name="connsiteX5" fmla="*/ 345474 w 540860"/>
              <a:gd name="connsiteY5" fmla="*/ 427956 h 594946"/>
              <a:gd name="connsiteX6" fmla="*/ 336009 w 540860"/>
              <a:gd name="connsiteY6" fmla="*/ 419167 h 594946"/>
              <a:gd name="connsiteX7" fmla="*/ 270768 w 540860"/>
              <a:gd name="connsiteY7" fmla="*/ 393307 h 594946"/>
              <a:gd name="connsiteX8" fmla="*/ 500296 w 540860"/>
              <a:gd name="connsiteY8" fmla="*/ 281247 h 594946"/>
              <a:gd name="connsiteX9" fmla="*/ 365081 w 540860"/>
              <a:gd name="connsiteY9" fmla="*/ 409701 h 594946"/>
              <a:gd name="connsiteX10" fmla="*/ 500296 w 540860"/>
              <a:gd name="connsiteY10" fmla="*/ 538156 h 594946"/>
              <a:gd name="connsiteX11" fmla="*/ 40565 w 540860"/>
              <a:gd name="connsiteY11" fmla="*/ 280571 h 594946"/>
              <a:gd name="connsiteX12" fmla="*/ 40565 w 540860"/>
              <a:gd name="connsiteY12" fmla="*/ 537480 h 594946"/>
              <a:gd name="connsiteX13" fmla="*/ 175780 w 540860"/>
              <a:gd name="connsiteY13" fmla="*/ 409025 h 594946"/>
              <a:gd name="connsiteX14" fmla="*/ 270429 w 540860"/>
              <a:gd name="connsiteY14" fmla="*/ 215668 h 594946"/>
              <a:gd name="connsiteX15" fmla="*/ 248795 w 540860"/>
              <a:gd name="connsiteY15" fmla="*/ 237302 h 594946"/>
              <a:gd name="connsiteX16" fmla="*/ 270429 w 540860"/>
              <a:gd name="connsiteY16" fmla="*/ 258936 h 594946"/>
              <a:gd name="connsiteX17" fmla="*/ 292064 w 540860"/>
              <a:gd name="connsiteY17" fmla="*/ 237302 h 594946"/>
              <a:gd name="connsiteX18" fmla="*/ 270429 w 540860"/>
              <a:gd name="connsiteY18" fmla="*/ 215668 h 594946"/>
              <a:gd name="connsiteX19" fmla="*/ 271105 w 540860"/>
              <a:gd name="connsiteY19" fmla="*/ 147384 h 594946"/>
              <a:gd name="connsiteX20" fmla="*/ 358995 w 540860"/>
              <a:gd name="connsiteY20" fmla="*/ 235274 h 594946"/>
              <a:gd name="connsiteX21" fmla="*/ 358995 w 540860"/>
              <a:gd name="connsiteY21" fmla="*/ 256908 h 594946"/>
              <a:gd name="connsiteX22" fmla="*/ 337361 w 540860"/>
              <a:gd name="connsiteY22" fmla="*/ 278543 h 594946"/>
              <a:gd name="connsiteX23" fmla="*/ 304233 w 540860"/>
              <a:gd name="connsiteY23" fmla="*/ 263669 h 594946"/>
              <a:gd name="connsiteX24" fmla="*/ 248119 w 540860"/>
              <a:gd name="connsiteY24" fmla="*/ 272458 h 594946"/>
              <a:gd name="connsiteX25" fmla="*/ 229865 w 540860"/>
              <a:gd name="connsiteY25" fmla="*/ 219048 h 594946"/>
              <a:gd name="connsiteX26" fmla="*/ 279218 w 540860"/>
              <a:gd name="connsiteY26" fmla="*/ 192005 h 594946"/>
              <a:gd name="connsiteX27" fmla="*/ 315050 w 540860"/>
              <a:gd name="connsiteY27" fmla="*/ 235950 h 594946"/>
              <a:gd name="connsiteX28" fmla="*/ 336685 w 540860"/>
              <a:gd name="connsiteY28" fmla="*/ 257584 h 594946"/>
              <a:gd name="connsiteX29" fmla="*/ 336685 w 540860"/>
              <a:gd name="connsiteY29" fmla="*/ 235950 h 594946"/>
              <a:gd name="connsiteX30" fmla="*/ 271105 w 540860"/>
              <a:gd name="connsiteY30" fmla="*/ 170371 h 594946"/>
              <a:gd name="connsiteX31" fmla="*/ 205526 w 540860"/>
              <a:gd name="connsiteY31" fmla="*/ 235950 h 594946"/>
              <a:gd name="connsiteX32" fmla="*/ 270429 w 540860"/>
              <a:gd name="connsiteY32" fmla="*/ 301529 h 594946"/>
              <a:gd name="connsiteX33" fmla="*/ 303557 w 540860"/>
              <a:gd name="connsiteY33" fmla="*/ 293416 h 594946"/>
              <a:gd name="connsiteX34" fmla="*/ 319107 w 540860"/>
              <a:gd name="connsiteY34" fmla="*/ 298149 h 594946"/>
              <a:gd name="connsiteX35" fmla="*/ 314374 w 540860"/>
              <a:gd name="connsiteY35" fmla="*/ 313698 h 594946"/>
              <a:gd name="connsiteX36" fmla="*/ 270429 w 540860"/>
              <a:gd name="connsiteY36" fmla="*/ 324516 h 594946"/>
              <a:gd name="connsiteX37" fmla="*/ 183216 w 540860"/>
              <a:gd name="connsiteY37" fmla="*/ 235274 h 594946"/>
              <a:gd name="connsiteX38" fmla="*/ 271105 w 540860"/>
              <a:gd name="connsiteY38" fmla="*/ 147384 h 594946"/>
              <a:gd name="connsiteX39" fmla="*/ 135215 w 540860"/>
              <a:gd name="connsiteY39" fmla="*/ 108172 h 594946"/>
              <a:gd name="connsiteX40" fmla="*/ 135215 w 540860"/>
              <a:gd name="connsiteY40" fmla="*/ 333305 h 594946"/>
              <a:gd name="connsiteX41" fmla="*/ 196062 w 540860"/>
              <a:gd name="connsiteY41" fmla="*/ 391447 h 594946"/>
              <a:gd name="connsiteX42" fmla="*/ 344798 w 540860"/>
              <a:gd name="connsiteY42" fmla="*/ 391447 h 594946"/>
              <a:gd name="connsiteX43" fmla="*/ 405645 w 540860"/>
              <a:gd name="connsiteY43" fmla="*/ 333305 h 594946"/>
              <a:gd name="connsiteX44" fmla="*/ 405645 w 540860"/>
              <a:gd name="connsiteY44" fmla="*/ 108172 h 594946"/>
              <a:gd name="connsiteX45" fmla="*/ 270430 w 540860"/>
              <a:gd name="connsiteY45" fmla="*/ 0 h 594946"/>
              <a:gd name="connsiteX46" fmla="*/ 351559 w 540860"/>
              <a:gd name="connsiteY46" fmla="*/ 67608 h 594946"/>
              <a:gd name="connsiteX47" fmla="*/ 446210 w 540860"/>
              <a:gd name="connsiteY47" fmla="*/ 67608 h 594946"/>
              <a:gd name="connsiteX48" fmla="*/ 446210 w 540860"/>
              <a:gd name="connsiteY48" fmla="*/ 126426 h 594946"/>
              <a:gd name="connsiteX49" fmla="*/ 540860 w 540860"/>
              <a:gd name="connsiteY49" fmla="*/ 217020 h 594946"/>
              <a:gd name="connsiteX50" fmla="*/ 540860 w 540860"/>
              <a:gd name="connsiteY50" fmla="*/ 594946 h 594946"/>
              <a:gd name="connsiteX51" fmla="*/ 0 w 540860"/>
              <a:gd name="connsiteY51" fmla="*/ 594946 h 594946"/>
              <a:gd name="connsiteX52" fmla="*/ 0 w 540860"/>
              <a:gd name="connsiteY52" fmla="*/ 217020 h 594946"/>
              <a:gd name="connsiteX53" fmla="*/ 94651 w 540860"/>
              <a:gd name="connsiteY53" fmla="*/ 127102 h 594946"/>
              <a:gd name="connsiteX54" fmla="*/ 94651 w 540860"/>
              <a:gd name="connsiteY54" fmla="*/ 67608 h 594946"/>
              <a:gd name="connsiteX55" fmla="*/ 189301 w 540860"/>
              <a:gd name="connsiteY55" fmla="*/ 67608 h 594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40860" h="594946">
                <a:moveTo>
                  <a:pt x="270768" y="393307"/>
                </a:moveTo>
                <a:cubicBezTo>
                  <a:pt x="247275" y="393307"/>
                  <a:pt x="223781" y="401927"/>
                  <a:pt x="205527" y="419167"/>
                </a:cubicBezTo>
                <a:lnTo>
                  <a:pt x="196062" y="427956"/>
                </a:lnTo>
                <a:lnTo>
                  <a:pt x="62199" y="554382"/>
                </a:lnTo>
                <a:lnTo>
                  <a:pt x="478661" y="554382"/>
                </a:lnTo>
                <a:lnTo>
                  <a:pt x="345474" y="427956"/>
                </a:lnTo>
                <a:lnTo>
                  <a:pt x="336009" y="419167"/>
                </a:lnTo>
                <a:cubicBezTo>
                  <a:pt x="317755" y="401927"/>
                  <a:pt x="294262" y="393307"/>
                  <a:pt x="270768" y="393307"/>
                </a:cubicBezTo>
                <a:close/>
                <a:moveTo>
                  <a:pt x="500296" y="281247"/>
                </a:moveTo>
                <a:lnTo>
                  <a:pt x="365081" y="409701"/>
                </a:lnTo>
                <a:lnTo>
                  <a:pt x="500296" y="538156"/>
                </a:lnTo>
                <a:close/>
                <a:moveTo>
                  <a:pt x="40565" y="280571"/>
                </a:moveTo>
                <a:lnTo>
                  <a:pt x="40565" y="537480"/>
                </a:lnTo>
                <a:lnTo>
                  <a:pt x="175780" y="409025"/>
                </a:lnTo>
                <a:close/>
                <a:moveTo>
                  <a:pt x="270429" y="215668"/>
                </a:moveTo>
                <a:cubicBezTo>
                  <a:pt x="258936" y="215668"/>
                  <a:pt x="248795" y="225133"/>
                  <a:pt x="248795" y="237302"/>
                </a:cubicBezTo>
                <a:cubicBezTo>
                  <a:pt x="248795" y="248795"/>
                  <a:pt x="258260" y="258936"/>
                  <a:pt x="270429" y="258936"/>
                </a:cubicBezTo>
                <a:cubicBezTo>
                  <a:pt x="282599" y="258936"/>
                  <a:pt x="292064" y="249471"/>
                  <a:pt x="292064" y="237302"/>
                </a:cubicBezTo>
                <a:cubicBezTo>
                  <a:pt x="292064" y="225133"/>
                  <a:pt x="282599" y="215668"/>
                  <a:pt x="270429" y="215668"/>
                </a:cubicBezTo>
                <a:close/>
                <a:moveTo>
                  <a:pt x="271105" y="147384"/>
                </a:moveTo>
                <a:cubicBezTo>
                  <a:pt x="319783" y="147384"/>
                  <a:pt x="358995" y="186596"/>
                  <a:pt x="358995" y="235274"/>
                </a:cubicBezTo>
                <a:lnTo>
                  <a:pt x="358995" y="256908"/>
                </a:lnTo>
                <a:cubicBezTo>
                  <a:pt x="358995" y="269078"/>
                  <a:pt x="349530" y="278543"/>
                  <a:pt x="337361" y="278543"/>
                </a:cubicBezTo>
                <a:cubicBezTo>
                  <a:pt x="324515" y="278543"/>
                  <a:pt x="312346" y="273134"/>
                  <a:pt x="304233" y="263669"/>
                </a:cubicBezTo>
                <a:cubicBezTo>
                  <a:pt x="290035" y="279895"/>
                  <a:pt x="266373" y="283275"/>
                  <a:pt x="248119" y="272458"/>
                </a:cubicBezTo>
                <a:cubicBezTo>
                  <a:pt x="229865" y="261641"/>
                  <a:pt x="222428" y="238654"/>
                  <a:pt x="229865" y="219048"/>
                </a:cubicBezTo>
                <a:cubicBezTo>
                  <a:pt x="237302" y="199442"/>
                  <a:pt x="258260" y="187949"/>
                  <a:pt x="279218" y="192005"/>
                </a:cubicBezTo>
                <a:cubicBezTo>
                  <a:pt x="300177" y="196061"/>
                  <a:pt x="315050" y="214315"/>
                  <a:pt x="315050" y="235950"/>
                </a:cubicBezTo>
                <a:cubicBezTo>
                  <a:pt x="315050" y="248119"/>
                  <a:pt x="324515" y="257584"/>
                  <a:pt x="336685" y="257584"/>
                </a:cubicBezTo>
                <a:lnTo>
                  <a:pt x="336685" y="235950"/>
                </a:lnTo>
                <a:cubicBezTo>
                  <a:pt x="336685" y="199442"/>
                  <a:pt x="306937" y="170371"/>
                  <a:pt x="271105" y="170371"/>
                </a:cubicBezTo>
                <a:cubicBezTo>
                  <a:pt x="235273" y="170371"/>
                  <a:pt x="205526" y="200118"/>
                  <a:pt x="205526" y="235950"/>
                </a:cubicBezTo>
                <a:cubicBezTo>
                  <a:pt x="204850" y="271782"/>
                  <a:pt x="234597" y="301529"/>
                  <a:pt x="270429" y="301529"/>
                </a:cubicBezTo>
                <a:cubicBezTo>
                  <a:pt x="281923" y="301529"/>
                  <a:pt x="293416" y="298825"/>
                  <a:pt x="303557" y="293416"/>
                </a:cubicBezTo>
                <a:cubicBezTo>
                  <a:pt x="308966" y="290712"/>
                  <a:pt x="315726" y="292740"/>
                  <a:pt x="319107" y="298149"/>
                </a:cubicBezTo>
                <a:cubicBezTo>
                  <a:pt x="321811" y="303557"/>
                  <a:pt x="319783" y="310318"/>
                  <a:pt x="314374" y="313698"/>
                </a:cubicBezTo>
                <a:cubicBezTo>
                  <a:pt x="300853" y="320459"/>
                  <a:pt x="285979" y="324516"/>
                  <a:pt x="270429" y="324516"/>
                </a:cubicBezTo>
                <a:cubicBezTo>
                  <a:pt x="221752" y="323840"/>
                  <a:pt x="182540" y="284627"/>
                  <a:pt x="183216" y="235274"/>
                </a:cubicBezTo>
                <a:cubicBezTo>
                  <a:pt x="183216" y="186596"/>
                  <a:pt x="222428" y="147384"/>
                  <a:pt x="271105" y="147384"/>
                </a:cubicBezTo>
                <a:close/>
                <a:moveTo>
                  <a:pt x="135215" y="108172"/>
                </a:moveTo>
                <a:lnTo>
                  <a:pt x="135215" y="333305"/>
                </a:lnTo>
                <a:lnTo>
                  <a:pt x="196062" y="391447"/>
                </a:lnTo>
                <a:cubicBezTo>
                  <a:pt x="240007" y="357644"/>
                  <a:pt x="300853" y="357644"/>
                  <a:pt x="344798" y="391447"/>
                </a:cubicBezTo>
                <a:lnTo>
                  <a:pt x="405645" y="333305"/>
                </a:lnTo>
                <a:lnTo>
                  <a:pt x="405645" y="108172"/>
                </a:lnTo>
                <a:close/>
                <a:moveTo>
                  <a:pt x="270430" y="0"/>
                </a:moveTo>
                <a:lnTo>
                  <a:pt x="351559" y="67608"/>
                </a:lnTo>
                <a:lnTo>
                  <a:pt x="446210" y="67608"/>
                </a:lnTo>
                <a:lnTo>
                  <a:pt x="446210" y="126426"/>
                </a:lnTo>
                <a:lnTo>
                  <a:pt x="540860" y="217020"/>
                </a:lnTo>
                <a:lnTo>
                  <a:pt x="540860" y="594946"/>
                </a:lnTo>
                <a:lnTo>
                  <a:pt x="0" y="594946"/>
                </a:lnTo>
                <a:lnTo>
                  <a:pt x="0" y="217020"/>
                </a:lnTo>
                <a:lnTo>
                  <a:pt x="94651" y="127102"/>
                </a:lnTo>
                <a:lnTo>
                  <a:pt x="94651" y="67608"/>
                </a:lnTo>
                <a:lnTo>
                  <a:pt x="189301" y="676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72A69CD-0326-405E-BE44-4DC84F92DF5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369433" y="2786338"/>
            <a:ext cx="404882" cy="405836"/>
          </a:xfrm>
          <a:custGeom>
            <a:avLst/>
            <a:gdLst>
              <a:gd name="connsiteX0" fmla="*/ 417472 w 539842"/>
              <a:gd name="connsiteY0" fmla="*/ 321135 h 541115"/>
              <a:gd name="connsiteX1" fmla="*/ 438431 w 539842"/>
              <a:gd name="connsiteY1" fmla="*/ 329924 h 541115"/>
              <a:gd name="connsiteX2" fmla="*/ 531729 w 539842"/>
              <a:gd name="connsiteY2" fmla="*/ 423222 h 541115"/>
              <a:gd name="connsiteX3" fmla="*/ 539842 w 539842"/>
              <a:gd name="connsiteY3" fmla="*/ 444181 h 541115"/>
              <a:gd name="connsiteX4" fmla="*/ 531053 w 539842"/>
              <a:gd name="connsiteY4" fmla="*/ 465139 h 541115"/>
              <a:gd name="connsiteX5" fmla="*/ 520912 w 539842"/>
              <a:gd name="connsiteY5" fmla="*/ 475280 h 541115"/>
              <a:gd name="connsiteX6" fmla="*/ 386373 w 539842"/>
              <a:gd name="connsiteY6" fmla="*/ 340741 h 541115"/>
              <a:gd name="connsiteX7" fmla="*/ 396514 w 539842"/>
              <a:gd name="connsiteY7" fmla="*/ 329924 h 541115"/>
              <a:gd name="connsiteX8" fmla="*/ 417472 w 539842"/>
              <a:gd name="connsiteY8" fmla="*/ 321135 h 541115"/>
              <a:gd name="connsiteX9" fmla="*/ 44956 w 539842"/>
              <a:gd name="connsiteY9" fmla="*/ 39888 h 541115"/>
              <a:gd name="connsiteX10" fmla="*/ 179495 w 539842"/>
              <a:gd name="connsiteY10" fmla="*/ 174427 h 541115"/>
              <a:gd name="connsiteX11" fmla="*/ 158536 w 539842"/>
              <a:gd name="connsiteY11" fmla="*/ 194709 h 541115"/>
              <a:gd name="connsiteX12" fmla="*/ 154480 w 539842"/>
              <a:gd name="connsiteY12" fmla="*/ 204850 h 541115"/>
              <a:gd name="connsiteX13" fmla="*/ 158536 w 539842"/>
              <a:gd name="connsiteY13" fmla="*/ 214991 h 541115"/>
              <a:gd name="connsiteX14" fmla="*/ 326203 w 539842"/>
              <a:gd name="connsiteY14" fmla="*/ 381982 h 541115"/>
              <a:gd name="connsiteX15" fmla="*/ 336344 w 539842"/>
              <a:gd name="connsiteY15" fmla="*/ 386038 h 541115"/>
              <a:gd name="connsiteX16" fmla="*/ 346485 w 539842"/>
              <a:gd name="connsiteY16" fmla="*/ 381982 h 541115"/>
              <a:gd name="connsiteX17" fmla="*/ 366767 w 539842"/>
              <a:gd name="connsiteY17" fmla="*/ 361024 h 541115"/>
              <a:gd name="connsiteX18" fmla="*/ 500630 w 539842"/>
              <a:gd name="connsiteY18" fmla="*/ 495563 h 541115"/>
              <a:gd name="connsiteX19" fmla="*/ 482376 w 539842"/>
              <a:gd name="connsiteY19" fmla="*/ 513817 h 541115"/>
              <a:gd name="connsiteX20" fmla="*/ 413417 w 539842"/>
              <a:gd name="connsiteY20" fmla="*/ 540860 h 541115"/>
              <a:gd name="connsiteX21" fmla="*/ 305245 w 539842"/>
              <a:gd name="connsiteY21" fmla="*/ 509084 h 541115"/>
              <a:gd name="connsiteX22" fmla="*/ 262652 w 539842"/>
              <a:gd name="connsiteY22" fmla="*/ 482041 h 541115"/>
              <a:gd name="connsiteX23" fmla="*/ 56449 w 539842"/>
              <a:gd name="connsiteY23" fmla="*/ 269077 h 541115"/>
              <a:gd name="connsiteX24" fmla="*/ 15885 w 539842"/>
              <a:gd name="connsiteY24" fmla="*/ 198090 h 541115"/>
              <a:gd name="connsiteX25" fmla="*/ 335 w 539842"/>
              <a:gd name="connsiteY25" fmla="*/ 110200 h 541115"/>
              <a:gd name="connsiteX26" fmla="*/ 22645 w 539842"/>
              <a:gd name="connsiteY26" fmla="*/ 62198 h 541115"/>
              <a:gd name="connsiteX27" fmla="*/ 44956 w 539842"/>
              <a:gd name="connsiteY27" fmla="*/ 39888 h 541115"/>
              <a:gd name="connsiteX28" fmla="*/ 97013 w 539842"/>
              <a:gd name="connsiteY28" fmla="*/ 0 h 541115"/>
              <a:gd name="connsiteX29" fmla="*/ 117296 w 539842"/>
              <a:gd name="connsiteY29" fmla="*/ 8789 h 541115"/>
              <a:gd name="connsiteX30" fmla="*/ 210594 w 539842"/>
              <a:gd name="connsiteY30" fmla="*/ 101411 h 541115"/>
              <a:gd name="connsiteX31" fmla="*/ 219383 w 539842"/>
              <a:gd name="connsiteY31" fmla="*/ 122370 h 541115"/>
              <a:gd name="connsiteX32" fmla="*/ 210594 w 539842"/>
              <a:gd name="connsiteY32" fmla="*/ 143328 h 541115"/>
              <a:gd name="connsiteX33" fmla="*/ 200453 w 539842"/>
              <a:gd name="connsiteY33" fmla="*/ 153469 h 541115"/>
              <a:gd name="connsiteX34" fmla="*/ 65914 w 539842"/>
              <a:gd name="connsiteY34" fmla="*/ 18930 h 541115"/>
              <a:gd name="connsiteX35" fmla="*/ 76055 w 539842"/>
              <a:gd name="connsiteY35" fmla="*/ 8789 h 541115"/>
              <a:gd name="connsiteX36" fmla="*/ 97013 w 539842"/>
              <a:gd name="connsiteY36" fmla="*/ 0 h 541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39842" h="541115">
                <a:moveTo>
                  <a:pt x="417472" y="321135"/>
                </a:moveTo>
                <a:cubicBezTo>
                  <a:pt x="425585" y="321135"/>
                  <a:pt x="433022" y="324515"/>
                  <a:pt x="438431" y="329924"/>
                </a:cubicBezTo>
                <a:lnTo>
                  <a:pt x="531729" y="423222"/>
                </a:lnTo>
                <a:cubicBezTo>
                  <a:pt x="537138" y="428631"/>
                  <a:pt x="539842" y="436068"/>
                  <a:pt x="539842" y="444181"/>
                </a:cubicBezTo>
                <a:cubicBezTo>
                  <a:pt x="539842" y="452294"/>
                  <a:pt x="536462" y="459730"/>
                  <a:pt x="531053" y="465139"/>
                </a:cubicBezTo>
                <a:lnTo>
                  <a:pt x="520912" y="475280"/>
                </a:lnTo>
                <a:lnTo>
                  <a:pt x="386373" y="340741"/>
                </a:lnTo>
                <a:lnTo>
                  <a:pt x="396514" y="329924"/>
                </a:lnTo>
                <a:cubicBezTo>
                  <a:pt x="401923" y="324515"/>
                  <a:pt x="409360" y="321135"/>
                  <a:pt x="417472" y="321135"/>
                </a:cubicBezTo>
                <a:close/>
                <a:moveTo>
                  <a:pt x="44956" y="39888"/>
                </a:moveTo>
                <a:lnTo>
                  <a:pt x="179495" y="174427"/>
                </a:lnTo>
                <a:lnTo>
                  <a:pt x="158536" y="194709"/>
                </a:lnTo>
                <a:cubicBezTo>
                  <a:pt x="155832" y="197413"/>
                  <a:pt x="154480" y="201470"/>
                  <a:pt x="154480" y="204850"/>
                </a:cubicBezTo>
                <a:cubicBezTo>
                  <a:pt x="154480" y="208231"/>
                  <a:pt x="155832" y="212287"/>
                  <a:pt x="158536" y="214991"/>
                </a:cubicBezTo>
                <a:lnTo>
                  <a:pt x="326203" y="381982"/>
                </a:lnTo>
                <a:cubicBezTo>
                  <a:pt x="328907" y="384686"/>
                  <a:pt x="332964" y="386038"/>
                  <a:pt x="336344" y="386038"/>
                </a:cubicBezTo>
                <a:cubicBezTo>
                  <a:pt x="339724" y="386038"/>
                  <a:pt x="343781" y="384686"/>
                  <a:pt x="346485" y="381982"/>
                </a:cubicBezTo>
                <a:lnTo>
                  <a:pt x="366767" y="361024"/>
                </a:lnTo>
                <a:lnTo>
                  <a:pt x="500630" y="495563"/>
                </a:lnTo>
                <a:lnTo>
                  <a:pt x="482376" y="513817"/>
                </a:lnTo>
                <a:cubicBezTo>
                  <a:pt x="464798" y="532747"/>
                  <a:pt x="439107" y="542888"/>
                  <a:pt x="413417" y="540860"/>
                </a:cubicBezTo>
                <a:cubicBezTo>
                  <a:pt x="374880" y="538155"/>
                  <a:pt x="339048" y="525986"/>
                  <a:pt x="305245" y="509084"/>
                </a:cubicBezTo>
                <a:cubicBezTo>
                  <a:pt x="290371" y="500971"/>
                  <a:pt x="276173" y="492182"/>
                  <a:pt x="262652" y="482041"/>
                </a:cubicBezTo>
                <a:cubicBezTo>
                  <a:pt x="181523" y="424575"/>
                  <a:pt x="111887" y="352235"/>
                  <a:pt x="56449" y="269077"/>
                </a:cubicBezTo>
                <a:cubicBezTo>
                  <a:pt x="40899" y="246767"/>
                  <a:pt x="26702" y="223104"/>
                  <a:pt x="15885" y="198090"/>
                </a:cubicBezTo>
                <a:cubicBezTo>
                  <a:pt x="5743" y="169694"/>
                  <a:pt x="-1693" y="140623"/>
                  <a:pt x="335" y="110200"/>
                </a:cubicBezTo>
                <a:cubicBezTo>
                  <a:pt x="1011" y="91946"/>
                  <a:pt x="9124" y="75044"/>
                  <a:pt x="22645" y="62198"/>
                </a:cubicBezTo>
                <a:cubicBezTo>
                  <a:pt x="28054" y="56790"/>
                  <a:pt x="36167" y="48677"/>
                  <a:pt x="44956" y="39888"/>
                </a:cubicBezTo>
                <a:close/>
                <a:moveTo>
                  <a:pt x="97013" y="0"/>
                </a:moveTo>
                <a:cubicBezTo>
                  <a:pt x="104450" y="0"/>
                  <a:pt x="111887" y="3380"/>
                  <a:pt x="117296" y="8789"/>
                </a:cubicBezTo>
                <a:lnTo>
                  <a:pt x="210594" y="101411"/>
                </a:lnTo>
                <a:cubicBezTo>
                  <a:pt x="216003" y="106820"/>
                  <a:pt x="219383" y="114257"/>
                  <a:pt x="219383" y="122370"/>
                </a:cubicBezTo>
                <a:cubicBezTo>
                  <a:pt x="219383" y="130482"/>
                  <a:pt x="216003" y="137919"/>
                  <a:pt x="210594" y="143328"/>
                </a:cubicBezTo>
                <a:lnTo>
                  <a:pt x="200453" y="153469"/>
                </a:lnTo>
                <a:lnTo>
                  <a:pt x="65914" y="18930"/>
                </a:lnTo>
                <a:lnTo>
                  <a:pt x="76055" y="8789"/>
                </a:lnTo>
                <a:cubicBezTo>
                  <a:pt x="81464" y="3380"/>
                  <a:pt x="89577" y="0"/>
                  <a:pt x="970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22FDA902-E2B2-82D1-473A-34A141C5D40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465864" y="3655803"/>
            <a:ext cx="212270" cy="344798"/>
          </a:xfrm>
          <a:custGeom>
            <a:avLst/>
            <a:gdLst>
              <a:gd name="connsiteX0" fmla="*/ 141514 w 283026"/>
              <a:gd name="connsiteY0" fmla="*/ 81129 h 459731"/>
              <a:gd name="connsiteX1" fmla="*/ 80667 w 283026"/>
              <a:gd name="connsiteY1" fmla="*/ 141976 h 459731"/>
              <a:gd name="connsiteX2" fmla="*/ 141514 w 283026"/>
              <a:gd name="connsiteY2" fmla="*/ 202823 h 459731"/>
              <a:gd name="connsiteX3" fmla="*/ 202361 w 283026"/>
              <a:gd name="connsiteY3" fmla="*/ 141976 h 459731"/>
              <a:gd name="connsiteX4" fmla="*/ 141514 w 283026"/>
              <a:gd name="connsiteY4" fmla="*/ 81129 h 459731"/>
              <a:gd name="connsiteX5" fmla="*/ 141514 w 283026"/>
              <a:gd name="connsiteY5" fmla="*/ 0 h 459731"/>
              <a:gd name="connsiteX6" fmla="*/ 258475 w 283026"/>
              <a:gd name="connsiteY6" fmla="*/ 62199 h 459731"/>
              <a:gd name="connsiteX7" fmla="*/ 273348 w 283026"/>
              <a:gd name="connsiteY7" fmla="*/ 194034 h 459731"/>
              <a:gd name="connsiteX8" fmla="*/ 209121 w 283026"/>
              <a:gd name="connsiteY8" fmla="*/ 336009 h 459731"/>
              <a:gd name="connsiteX9" fmla="*/ 153683 w 283026"/>
              <a:gd name="connsiteY9" fmla="*/ 452294 h 459731"/>
              <a:gd name="connsiteX10" fmla="*/ 141514 w 283026"/>
              <a:gd name="connsiteY10" fmla="*/ 459731 h 459731"/>
              <a:gd name="connsiteX11" fmla="*/ 129344 w 283026"/>
              <a:gd name="connsiteY11" fmla="*/ 452294 h 459731"/>
              <a:gd name="connsiteX12" fmla="*/ 73906 w 283026"/>
              <a:gd name="connsiteY12" fmla="*/ 336009 h 459731"/>
              <a:gd name="connsiteX13" fmla="*/ 9679 w 283026"/>
              <a:gd name="connsiteY13" fmla="*/ 194034 h 459731"/>
              <a:gd name="connsiteX14" fmla="*/ 24553 w 283026"/>
              <a:gd name="connsiteY14" fmla="*/ 62199 h 459731"/>
              <a:gd name="connsiteX15" fmla="*/ 141514 w 283026"/>
              <a:gd name="connsiteY15" fmla="*/ 0 h 459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83026" h="459731">
                <a:moveTo>
                  <a:pt x="141514" y="81129"/>
                </a:moveTo>
                <a:cubicBezTo>
                  <a:pt x="107710" y="81129"/>
                  <a:pt x="80667" y="108172"/>
                  <a:pt x="80667" y="141976"/>
                </a:cubicBezTo>
                <a:cubicBezTo>
                  <a:pt x="80667" y="175780"/>
                  <a:pt x="107710" y="202823"/>
                  <a:pt x="141514" y="202823"/>
                </a:cubicBezTo>
                <a:cubicBezTo>
                  <a:pt x="175318" y="202823"/>
                  <a:pt x="202361" y="175780"/>
                  <a:pt x="202361" y="141976"/>
                </a:cubicBezTo>
                <a:cubicBezTo>
                  <a:pt x="202361" y="108172"/>
                  <a:pt x="175318" y="81129"/>
                  <a:pt x="141514" y="81129"/>
                </a:cubicBezTo>
                <a:close/>
                <a:moveTo>
                  <a:pt x="141514" y="0"/>
                </a:moveTo>
                <a:cubicBezTo>
                  <a:pt x="188163" y="0"/>
                  <a:pt x="232108" y="22987"/>
                  <a:pt x="258475" y="62199"/>
                </a:cubicBezTo>
                <a:cubicBezTo>
                  <a:pt x="284842" y="100735"/>
                  <a:pt x="290250" y="150089"/>
                  <a:pt x="273348" y="194034"/>
                </a:cubicBezTo>
                <a:lnTo>
                  <a:pt x="209121" y="336009"/>
                </a:lnTo>
                <a:lnTo>
                  <a:pt x="153683" y="452294"/>
                </a:lnTo>
                <a:cubicBezTo>
                  <a:pt x="151655" y="457027"/>
                  <a:pt x="146922" y="459731"/>
                  <a:pt x="141514" y="459731"/>
                </a:cubicBezTo>
                <a:cubicBezTo>
                  <a:pt x="136105" y="459731"/>
                  <a:pt x="131373" y="457027"/>
                  <a:pt x="129344" y="452294"/>
                </a:cubicBezTo>
                <a:lnTo>
                  <a:pt x="73906" y="336009"/>
                </a:lnTo>
                <a:lnTo>
                  <a:pt x="9679" y="194034"/>
                </a:lnTo>
                <a:cubicBezTo>
                  <a:pt x="-7223" y="150089"/>
                  <a:pt x="-1814" y="100735"/>
                  <a:pt x="24553" y="62199"/>
                </a:cubicBezTo>
                <a:cubicBezTo>
                  <a:pt x="50920" y="22987"/>
                  <a:pt x="94865" y="0"/>
                  <a:pt x="14151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algn="ctr">
              <a:defRPr lang="en-GB" sz="750" b="1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5527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0" y="1341120"/>
            <a:ext cx="9144000" cy="246126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0" y="1534161"/>
            <a:ext cx="8262938" cy="1037589"/>
          </a:xfrm>
        </p:spPr>
        <p:txBody>
          <a:bodyPr anchor="b">
            <a:noAutofit/>
          </a:bodyPr>
          <a:lstStyle>
            <a:lvl1pPr algn="ctr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228725" y="438746"/>
            <a:ext cx="320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7758950" y="438746"/>
            <a:ext cx="94451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74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40531" y="50465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532" y="2754178"/>
            <a:ext cx="8262938" cy="855161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1283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7279481" y="1341120"/>
            <a:ext cx="1864519" cy="246126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0" y="1534161"/>
            <a:ext cx="4131470" cy="1037589"/>
          </a:xfrm>
        </p:spPr>
        <p:txBody>
          <a:bodyPr anchor="b">
            <a:noAutofit/>
          </a:bodyPr>
          <a:lstStyle>
            <a:lvl1pPr algn="l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228725" y="438746"/>
            <a:ext cx="320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7758950" y="438746"/>
            <a:ext cx="94451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74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40531" y="50465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532" y="2754178"/>
            <a:ext cx="4131470" cy="855161"/>
          </a:xfrm>
        </p:spPr>
        <p:txBody>
          <a:bodyPr vert="horz" lIns="91440" tIns="45720" rIns="91440" bIns="45720" rtlCol="0">
            <a:noAutofit/>
          </a:bodyPr>
          <a:lstStyle>
            <a:lvl1pPr marL="0" indent="0" algn="l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 Master title style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797822D4-3AF1-5B58-2FF0-158DBC5AC59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84094" y="585787"/>
            <a:ext cx="2619375" cy="397192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8519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980479" y="1534160"/>
            <a:ext cx="7183043" cy="103759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479" y="1534160"/>
            <a:ext cx="7183043" cy="1037590"/>
          </a:xfrm>
        </p:spPr>
        <p:txBody>
          <a:bodyPr anchor="b">
            <a:noAutofit/>
          </a:bodyPr>
          <a:lstStyle>
            <a:lvl1pPr algn="ctr"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>
            <a:cxnSpLocks/>
          </p:cNvCxnSpPr>
          <p:nvPr userDrawn="1"/>
        </p:nvCxnSpPr>
        <p:spPr>
          <a:xfrm>
            <a:off x="1228725" y="438746"/>
            <a:ext cx="320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>
            <a:cxnSpLocks/>
          </p:cNvCxnSpPr>
          <p:nvPr userDrawn="1"/>
        </p:nvCxnSpPr>
        <p:spPr>
          <a:xfrm>
            <a:off x="7758950" y="438746"/>
            <a:ext cx="944519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74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40531" y="504656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0480" y="2754178"/>
            <a:ext cx="7183041" cy="855161"/>
          </a:xfrm>
        </p:spPr>
        <p:txBody>
          <a:bodyPr vert="horz" lIns="91440" tIns="45720" rIns="91440" bIns="45720" rtlCol="0">
            <a:noAutofit/>
          </a:bodyPr>
          <a:lstStyle>
            <a:lvl1pPr marL="0" indent="0" algn="ctr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8998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856752" y="2571750"/>
            <a:ext cx="2391774" cy="25717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2" y="438151"/>
            <a:ext cx="7658097" cy="60859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2952" y="1258159"/>
            <a:ext cx="2619375" cy="284579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76127" y="1987900"/>
            <a:ext cx="4924922" cy="306695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76127" y="1258159"/>
            <a:ext cx="4924922" cy="459427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B34521A-7E0E-1C4A-9C93-8FDE8C7AC5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76127" y="2374360"/>
            <a:ext cx="4924922" cy="172959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26440785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0" y="0"/>
            <a:ext cx="9144000" cy="18973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2" y="438151"/>
            <a:ext cx="7658097" cy="60859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64859" y="1180859"/>
            <a:ext cx="2195047" cy="238478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4859" y="4385368"/>
            <a:ext cx="2195047" cy="30669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4859" y="3808360"/>
            <a:ext cx="2195047" cy="306695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CC0DFDD-AE3D-21CD-3ECA-55C99FD79F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35431" y="1180859"/>
            <a:ext cx="2195047" cy="238478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C35C339-B131-935D-A745-25B2E753EF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35431" y="4385368"/>
            <a:ext cx="2195047" cy="30669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70E8CCF4-77CA-C2E6-4322-92E5FD4E5AB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35431" y="3808360"/>
            <a:ext cx="2195047" cy="306695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1F3B3073-62FB-9C18-6E24-B85FE2C0D08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06002" y="1180859"/>
            <a:ext cx="2195047" cy="238478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33843DE-A509-C4F3-95B1-7CE1070E8C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06002" y="4385368"/>
            <a:ext cx="2195047" cy="30669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E4DE0624-B531-4679-85CC-26E061F090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002" y="3808360"/>
            <a:ext cx="2195047" cy="306695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3620582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0" y="0"/>
            <a:ext cx="9144000" cy="18973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2" y="438151"/>
            <a:ext cx="7658097" cy="60859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2952" y="1386840"/>
            <a:ext cx="1746421" cy="18973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2952" y="4168622"/>
            <a:ext cx="1746421" cy="30669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2952" y="3591613"/>
            <a:ext cx="1746421" cy="306695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A115D3E-06C8-94A8-C7A6-7A54E905241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713511" y="1386840"/>
            <a:ext cx="1746421" cy="18973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3E3143A-A669-396C-527B-2DF6F35204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13511" y="4168622"/>
            <a:ext cx="1746421" cy="30669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5612B400-7941-B897-A85A-4C9D7CFC34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13511" y="3591613"/>
            <a:ext cx="1746421" cy="306695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2790C03E-3168-FD7D-2BF2-B146F42066A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684070" y="1386840"/>
            <a:ext cx="1746421" cy="18973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E92E3D50-7E43-92E2-C4C7-F8C758DEAE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84070" y="4168622"/>
            <a:ext cx="1746421" cy="30669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9C9003E-ABD3-197E-AC48-A60631592CE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84070" y="3591613"/>
            <a:ext cx="1746421" cy="306695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53B98425-54ED-9F6C-E805-798F24DA276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654630" y="1386840"/>
            <a:ext cx="1746421" cy="18973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19239A0-E145-9BBB-706B-AF13B4BB5E5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54630" y="4168622"/>
            <a:ext cx="1746421" cy="30669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B7AEBEE5-24FA-2A2E-3C73-CA96D111B1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54630" y="3591613"/>
            <a:ext cx="1746421" cy="306695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077215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0" y="0"/>
            <a:ext cx="9144000" cy="189738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2" y="438151"/>
            <a:ext cx="7658097" cy="60859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44C5E0-9971-F7E5-8391-70E4C831287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2951" y="1245193"/>
            <a:ext cx="1965959" cy="213589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F883061-5B41-6F26-B7AA-275F3173FA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2951" y="4168622"/>
            <a:ext cx="1965959" cy="306695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CFBE3A87-105B-1E6E-1BD8-ABF5A9E0ACB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2951" y="3591613"/>
            <a:ext cx="1965959" cy="306695"/>
          </a:xfrm>
        </p:spPr>
        <p:txBody>
          <a:bodyPr anchor="b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37A582-4A12-E508-AB60-848FF00590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92388" y="1245193"/>
            <a:ext cx="926025" cy="100607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D376F6E-9541-43F6-8C81-EFB9015B18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44895" y="2617918"/>
            <a:ext cx="1221014" cy="23051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B5A5A15-6EAC-A905-163B-AACB411C9E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44895" y="2341236"/>
            <a:ext cx="1221014" cy="23051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Picture Placeholder 6">
            <a:extLst>
              <a:ext uri="{FF2B5EF4-FFF2-40B4-BE49-F238E27FC236}">
                <a16:creationId xmlns:a16="http://schemas.microsoft.com/office/drawing/2014/main" id="{945E32A7-707B-86F1-E301-29FFE579BDC8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92388" y="3099445"/>
            <a:ext cx="926025" cy="100607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E1348B6E-D790-42C2-D7B4-BD30D3C8D0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44895" y="4472171"/>
            <a:ext cx="1221014" cy="23051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664452C-C8D9-3614-3858-A6BD0A6F04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144895" y="4195488"/>
            <a:ext cx="1221014" cy="23051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C9849D3C-E716-6BD6-15BF-B5A70539D89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309959" y="1245193"/>
            <a:ext cx="926025" cy="100607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46003773-4C2E-29E4-03DC-D533EEA5CA9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2465" y="2617918"/>
            <a:ext cx="1221014" cy="23051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E51E319-A781-182A-659B-52125E215BD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465" y="2341236"/>
            <a:ext cx="1221014" cy="23051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4" name="Picture Placeholder 6">
            <a:extLst>
              <a:ext uri="{FF2B5EF4-FFF2-40B4-BE49-F238E27FC236}">
                <a16:creationId xmlns:a16="http://schemas.microsoft.com/office/drawing/2014/main" id="{F8184EF0-C3A2-DE0D-A915-BE044D41F5B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309959" y="3099445"/>
            <a:ext cx="926025" cy="100607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07899E2-72CA-CD1F-4FFA-DBEEC48BE22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62465" y="4472171"/>
            <a:ext cx="1221014" cy="23051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BBEC9C2B-371B-6790-C895-ADA8F4B936D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62465" y="4195488"/>
            <a:ext cx="1221014" cy="23051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A998F442-3AE2-1FF9-8A8E-628DEC1E737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327528" y="1245193"/>
            <a:ext cx="926025" cy="100607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C48F272F-C9E6-9E29-D2A1-553354FA160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80035" y="2617918"/>
            <a:ext cx="1221014" cy="23051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DDAF5100-A4E1-962D-5E5F-A944A809DC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80035" y="2341236"/>
            <a:ext cx="1221014" cy="23051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9707D43F-2BB5-6B3A-FB18-07981291FFCB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7327528" y="3099445"/>
            <a:ext cx="926025" cy="100607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F5D4884D-F4C5-8DD3-7B7A-A5433A7EFD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80035" y="4472171"/>
            <a:ext cx="1221014" cy="230515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Designation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672A2DE-796F-4523-537F-4D4BC58E259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180035" y="4195488"/>
            <a:ext cx="1221014" cy="23051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9247708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2" y="438151"/>
            <a:ext cx="7658097" cy="60859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CB1BA59-6A23-1C22-484C-F44919FBFED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42950" y="1383030"/>
            <a:ext cx="7658100" cy="3322320"/>
          </a:xfrm>
        </p:spPr>
        <p:txBody>
          <a:bodyPr>
            <a:normAutofit/>
          </a:bodyPr>
          <a:lstStyle>
            <a:lvl1pPr marL="171450" indent="-171450">
              <a:buClr>
                <a:schemeClr val="tx1"/>
              </a:buClr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</a:defRPr>
            </a:lvl1pPr>
            <a:lvl2pPr marL="514350" indent="-171450">
              <a:buClr>
                <a:schemeClr val="tx1"/>
              </a:buClr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</a:defRPr>
            </a:lvl2pPr>
            <a:lvl3pPr marL="857250" indent="-171450">
              <a:buClr>
                <a:schemeClr val="tx1"/>
              </a:buClr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</a:defRPr>
            </a:lvl3pPr>
            <a:lvl4pPr marL="1200150" indent="-171450">
              <a:buClr>
                <a:schemeClr val="tx1"/>
              </a:buClr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4pPr>
            <a:lvl5pPr marL="1543050" indent="-171450">
              <a:buClr>
                <a:schemeClr val="tx1"/>
              </a:buClr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99473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86456" y="1348304"/>
            <a:ext cx="4117013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6457" y="2078044"/>
            <a:ext cx="4117013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5F2ABBD-91F5-C70A-C6E7-842745F6A198}"/>
              </a:ext>
            </a:extLst>
          </p:cNvPr>
          <p:cNvSpPr/>
          <p:nvPr userDrawn="1"/>
        </p:nvSpPr>
        <p:spPr>
          <a:xfrm>
            <a:off x="0" y="1285875"/>
            <a:ext cx="4046220" cy="25717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F5EC16-4313-722B-60DA-C87C861C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51" y="1962152"/>
            <a:ext cx="3306245" cy="1219196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85385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FB1061-563E-2AD7-21A5-0726FC80557C}"/>
              </a:ext>
            </a:extLst>
          </p:cNvPr>
          <p:cNvSpPr/>
          <p:nvPr userDrawn="1"/>
        </p:nvSpPr>
        <p:spPr>
          <a:xfrm>
            <a:off x="5562600" y="1591696"/>
            <a:ext cx="2316480" cy="355180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97524"/>
            <a:ext cx="4643436" cy="994172"/>
          </a:xfrm>
        </p:spPr>
        <p:txBody>
          <a:bodyPr anchor="t">
            <a:noAutofit/>
          </a:bodyPr>
          <a:lstStyle>
            <a:lvl1pPr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57200" y="438498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57200" y="503813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2112010"/>
            <a:ext cx="3886200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800" y="2841750"/>
            <a:ext cx="3886200" cy="186325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84094" y="1"/>
            <a:ext cx="3059906" cy="51435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0482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97524"/>
            <a:ext cx="8017669" cy="994172"/>
          </a:xfrm>
        </p:spPr>
        <p:txBody>
          <a:bodyPr anchor="t">
            <a:noAutofit/>
          </a:bodyPr>
          <a:lstStyle>
            <a:lvl1pPr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57200" y="438498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57200" y="503813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914536A8-5B36-DB20-0A22-84C23E539C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0" y="2014366"/>
            <a:ext cx="4131468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30E2EFB9-4072-96B3-862C-B75B0058435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72001" y="2744106"/>
            <a:ext cx="4131468" cy="196124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DB6D73-057D-A94F-432B-54500F9D7902}"/>
              </a:ext>
            </a:extLst>
          </p:cNvPr>
          <p:cNvSpPr/>
          <p:nvPr userDrawn="1"/>
        </p:nvSpPr>
        <p:spPr>
          <a:xfrm>
            <a:off x="2237185" y="2571750"/>
            <a:ext cx="1851422" cy="25717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7C6AF65-E495-8AEC-B002-3367F54636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1042" y="2014366"/>
            <a:ext cx="3035143" cy="269098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985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4572000" y="-7174"/>
            <a:ext cx="3051572" cy="51435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1711" y="597524"/>
            <a:ext cx="5203157" cy="994172"/>
          </a:xfrm>
        </p:spPr>
        <p:txBody>
          <a:bodyPr anchor="t">
            <a:noAutofit/>
          </a:bodyPr>
          <a:lstStyle>
            <a:lvl1pPr>
              <a:defRPr sz="3300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335" y="1"/>
            <a:ext cx="3051572" cy="513632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12884" y="2112010"/>
            <a:ext cx="2261984" cy="459427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9681" y="2841750"/>
            <a:ext cx="2261984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6930" y="2841750"/>
            <a:ext cx="2261984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76930" y="2112010"/>
            <a:ext cx="2261984" cy="459427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E1DFAB-28D8-B5CE-CCCD-D0320800EDE8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6F2AE28-EF8D-C600-D3CF-2C5F4251A2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26DCEE2-5821-0543-5382-BBE1D8D60E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0785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3A1984-C960-576C-0D1C-E53080E1EB5F}"/>
              </a:ext>
            </a:extLst>
          </p:cNvPr>
          <p:cNvSpPr/>
          <p:nvPr userDrawn="1"/>
        </p:nvSpPr>
        <p:spPr>
          <a:xfrm>
            <a:off x="1" y="4705002"/>
            <a:ext cx="9143999" cy="431324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97524"/>
            <a:ext cx="5172102" cy="994172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457200" y="438498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457200" y="503813"/>
            <a:ext cx="2286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2112010"/>
            <a:ext cx="2374106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83796" y="2112010"/>
            <a:ext cx="2374106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800" y="2841750"/>
            <a:ext cx="2374106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3796" y="2841750"/>
            <a:ext cx="2374106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84094" y="1"/>
            <a:ext cx="3059906" cy="51435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3899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6560" y="2112010"/>
            <a:ext cx="2188028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3022" y="2112010"/>
            <a:ext cx="2188028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6561" y="2841750"/>
            <a:ext cx="2188028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3021" y="2841750"/>
            <a:ext cx="2188028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5F2ABBD-91F5-C70A-C6E7-842745F6A198}"/>
              </a:ext>
            </a:extLst>
          </p:cNvPr>
          <p:cNvSpPr/>
          <p:nvPr userDrawn="1"/>
        </p:nvSpPr>
        <p:spPr>
          <a:xfrm>
            <a:off x="1208485" y="2571750"/>
            <a:ext cx="1851422" cy="25717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B093257-1959-B398-EC8B-53DE3FEC7E4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1042" y="2014366"/>
            <a:ext cx="1806180" cy="269098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EF5EC16-4313-722B-60DA-C87C861C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975" y="438151"/>
            <a:ext cx="7664051" cy="994172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09281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B883CC-094E-7039-9807-58F11002611B}"/>
              </a:ext>
            </a:extLst>
          </p:cNvPr>
          <p:cNvSpPr/>
          <p:nvPr userDrawn="1"/>
        </p:nvSpPr>
        <p:spPr>
          <a:xfrm>
            <a:off x="0" y="0"/>
            <a:ext cx="3814760" cy="51435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9975" y="2103846"/>
            <a:ext cx="2313978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84094" y="2112010"/>
            <a:ext cx="2313900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9975" y="2841750"/>
            <a:ext cx="2313978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84093" y="2841750"/>
            <a:ext cx="2313900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BBAD-B928-4819-64F5-80A5AECD71C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457575" y="1628775"/>
            <a:ext cx="2228850" cy="34123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86C0CA-45F4-43BF-39CE-AF6C884AE557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7D54ACE-8F34-7F75-48C9-4ED641D4CE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415FD36-78E8-35E1-2300-4B2C7D6EA4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73673B6A-7FE7-CBEA-37F7-E32AFBF64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975" y="438151"/>
            <a:ext cx="7664051" cy="994172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40818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4572000" y="0"/>
            <a:ext cx="2743200" cy="51435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2" y="438151"/>
            <a:ext cx="7658097" cy="994172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2953" y="2112010"/>
            <a:ext cx="2247737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8132" y="2112010"/>
            <a:ext cx="2247737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53313" y="2112010"/>
            <a:ext cx="2247737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0392" y="2841750"/>
            <a:ext cx="2247737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46853" y="2841750"/>
            <a:ext cx="2247737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3313" y="2841750"/>
            <a:ext cx="2247737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80485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4572000" y="1"/>
            <a:ext cx="4572000" cy="51435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975" y="438151"/>
            <a:ext cx="7664051" cy="994172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6998" y="2112010"/>
            <a:ext cx="2253691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0897" y="2112010"/>
            <a:ext cx="2253691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7358" y="2112010"/>
            <a:ext cx="2253691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4437" y="2841750"/>
            <a:ext cx="2253691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40898" y="2841750"/>
            <a:ext cx="2253691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47357" y="2841750"/>
            <a:ext cx="2253691" cy="18636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2782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949CF9-AE80-D4A2-E0FC-126A4E8ECBCB}"/>
              </a:ext>
            </a:extLst>
          </p:cNvPr>
          <p:cNvSpPr/>
          <p:nvPr userDrawn="1"/>
        </p:nvSpPr>
        <p:spPr>
          <a:xfrm>
            <a:off x="4572000" y="1"/>
            <a:ext cx="4572000" cy="51435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60" y="3463528"/>
            <a:ext cx="7670040" cy="994172"/>
          </a:xfrm>
        </p:spPr>
        <p:txBody>
          <a:bodyPr vert="horz" lIns="91440" tIns="45720" rIns="91440" bIns="45720" rtlCol="0" anchor="b">
            <a:noAutofit/>
          </a:bodyPr>
          <a:lstStyle>
            <a:lvl1pPr algn="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6959" y="783444"/>
            <a:ext cx="2193983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6559" y="783444"/>
            <a:ext cx="2193983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3021" y="783444"/>
            <a:ext cx="2193983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6962" y="1513184"/>
            <a:ext cx="2193980" cy="160353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06560" y="1513184"/>
            <a:ext cx="2193980" cy="160353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13020" y="1513184"/>
            <a:ext cx="2193980" cy="160353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524F7C-11B8-F60C-E83B-9AACF2D352BC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7D2EC51-1EAA-481F-44F5-ECB577FE4A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F9A4461-7022-1216-67C2-4282A5ED0F7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1991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2110E5-7C92-C71B-6465-30BF86DFB662}"/>
              </a:ext>
            </a:extLst>
          </p:cNvPr>
          <p:cNvSpPr/>
          <p:nvPr userDrawn="1"/>
        </p:nvSpPr>
        <p:spPr>
          <a:xfrm>
            <a:off x="0" y="3127234"/>
            <a:ext cx="9144000" cy="2016266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975" y="438151"/>
            <a:ext cx="7664051" cy="994172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6998" y="1556527"/>
            <a:ext cx="3286363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4437" y="2286266"/>
            <a:ext cx="3286363" cy="574539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5696B9-1651-4668-177F-DEFBAD23C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7664" y="1556527"/>
            <a:ext cx="3286363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C4B88AC-B200-B249-24B1-8ED542BCED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15103" y="2286266"/>
            <a:ext cx="3286363" cy="574539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8C17CFE-3579-40B3-2632-589562FA11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36998" y="3401071"/>
            <a:ext cx="3286363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F4DD490-986F-987A-AEBB-FB105AA3DA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4437" y="4130811"/>
            <a:ext cx="3286363" cy="574539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A8563D8-A319-24AB-F350-8A68121AE7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17664" y="3401071"/>
            <a:ext cx="3286363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ABE82BA-0AB6-8EC4-C921-C69F620CB6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115103" y="4130811"/>
            <a:ext cx="3286363" cy="574539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65102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532" y="438151"/>
            <a:ext cx="7963495" cy="56542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092" y="1162192"/>
            <a:ext cx="2616815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2" y="1891931"/>
            <a:ext cx="2616815" cy="850061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6D6C6E-0AF7-097B-00D3-B11D4ABCF056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194A3A8-0C54-0EBA-32C0-1287477894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30BA16B-ED19-CA06-B3D9-88434DB529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05696B9-1651-4668-177F-DEFBAD23C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86654" y="1162192"/>
            <a:ext cx="2616815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C4B88AC-B200-B249-24B1-8ED542BCED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84094" y="1891931"/>
            <a:ext cx="2616815" cy="850061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8C17CFE-3579-40B3-2632-589562FA11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3092" y="3124954"/>
            <a:ext cx="2616815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F4DD490-986F-987A-AEBB-FB105AA3DA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0532" y="3854694"/>
            <a:ext cx="2616815" cy="850061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A8563D8-A319-24AB-F350-8A68121AE77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86654" y="3124954"/>
            <a:ext cx="2616815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ABE82BA-0AB6-8EC4-C921-C69F620CB6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84094" y="3854694"/>
            <a:ext cx="2616815" cy="850061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1EF50-76FB-105C-6115-10A8FEDEE6FD}"/>
              </a:ext>
            </a:extLst>
          </p:cNvPr>
          <p:cNvSpPr/>
          <p:nvPr userDrawn="1"/>
        </p:nvSpPr>
        <p:spPr>
          <a:xfrm>
            <a:off x="3406140" y="2948940"/>
            <a:ext cx="2331720" cy="219456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FFB1A31F-AFD0-D152-CF00-278D6FF7943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520441" y="1162192"/>
            <a:ext cx="2103120" cy="354315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406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A77A9C2-D01E-51F0-0FE4-1349E66F37B3}"/>
              </a:ext>
            </a:extLst>
          </p:cNvPr>
          <p:cNvSpPr/>
          <p:nvPr userDrawn="1"/>
        </p:nvSpPr>
        <p:spPr>
          <a:xfrm>
            <a:off x="0" y="4219575"/>
            <a:ext cx="9144000" cy="92392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994172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46DDED33-F951-92DC-9C06-63695619BBD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36997" y="2571750"/>
            <a:ext cx="7670007" cy="2133600"/>
          </a:xfrm>
        </p:spPr>
        <p:txBody>
          <a:bodyPr>
            <a:norm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E48233E-B05B-E911-700E-801B929678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0392" y="1702323"/>
            <a:ext cx="7666610" cy="612253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58712827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994172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7CDB10-DA5D-1EE9-AE4F-F25CCBAE25B0}"/>
              </a:ext>
            </a:extLst>
          </p:cNvPr>
          <p:cNvSpPr/>
          <p:nvPr userDrawn="1"/>
        </p:nvSpPr>
        <p:spPr>
          <a:xfrm>
            <a:off x="4096053" y="1702322"/>
            <a:ext cx="951893" cy="951893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6A04D99-E55F-8218-8755-379F80E7EB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96053" y="1702322"/>
            <a:ext cx="951893" cy="951893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D337958-8F07-5AAF-7888-FB7F0004A57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93010" y="1956777"/>
            <a:ext cx="757979" cy="45761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8885573-5AF5-ED93-C553-335A208ADD6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77986" y="3006313"/>
            <a:ext cx="2188028" cy="45974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5FDD13A-74C6-9F9A-E258-A8695432A19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477986" y="3736053"/>
            <a:ext cx="2188028" cy="9692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A72F78-3AC4-D09F-16CD-749151E30F1E}"/>
              </a:ext>
            </a:extLst>
          </p:cNvPr>
          <p:cNvSpPr/>
          <p:nvPr userDrawn="1"/>
        </p:nvSpPr>
        <p:spPr>
          <a:xfrm>
            <a:off x="6837041" y="1702322"/>
            <a:ext cx="951893" cy="951893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52CD714-4175-F01B-723E-34709C3D1FE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37041" y="1702322"/>
            <a:ext cx="951893" cy="951893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56FAE53C-996B-DD95-85E9-2E3038FB901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33998" y="1956777"/>
            <a:ext cx="757979" cy="45761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CC303A69-602F-A36A-9A9E-EE4D0AB6235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18974" y="3006313"/>
            <a:ext cx="2188028" cy="45974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E61947B-1C96-D600-646B-A0B608618F0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218974" y="3736053"/>
            <a:ext cx="2188028" cy="9692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B0C740-9C9D-361C-4012-372CB4681983}"/>
              </a:ext>
            </a:extLst>
          </p:cNvPr>
          <p:cNvSpPr/>
          <p:nvPr userDrawn="1"/>
        </p:nvSpPr>
        <p:spPr>
          <a:xfrm>
            <a:off x="1208485" y="2571750"/>
            <a:ext cx="1851422" cy="25717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555AA1C-1C5A-333A-24F5-C6F1995B425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6996" y="1702323"/>
            <a:ext cx="1800226" cy="30030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14194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CCE5CB8-34AA-5202-D59C-0C13678D56E5}"/>
              </a:ext>
            </a:extLst>
          </p:cNvPr>
          <p:cNvSpPr/>
          <p:nvPr userDrawn="1"/>
        </p:nvSpPr>
        <p:spPr>
          <a:xfrm>
            <a:off x="0" y="4705350"/>
            <a:ext cx="9144000" cy="4381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994172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3198F37-3BF6-F353-88A7-EC7B3896DB31}"/>
              </a:ext>
            </a:extLst>
          </p:cNvPr>
          <p:cNvSpPr/>
          <p:nvPr userDrawn="1"/>
        </p:nvSpPr>
        <p:spPr>
          <a:xfrm>
            <a:off x="1355065" y="1702322"/>
            <a:ext cx="951893" cy="951893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3AAF754-AFB2-7B0F-C9D5-723C7F747F9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55065" y="1702322"/>
            <a:ext cx="951893" cy="951893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6EB249-DC17-B35E-6295-7911453EBB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52022" y="1956777"/>
            <a:ext cx="757979" cy="45761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C13F117-62CD-3060-85FD-14552A534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6998" y="3006313"/>
            <a:ext cx="2188028" cy="45974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A370F15-4A8B-E6DC-3995-E9DCC61296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6998" y="3736053"/>
            <a:ext cx="2188028" cy="9692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7CDB10-DA5D-1EE9-AE4F-F25CCBAE25B0}"/>
              </a:ext>
            </a:extLst>
          </p:cNvPr>
          <p:cNvSpPr/>
          <p:nvPr userDrawn="1"/>
        </p:nvSpPr>
        <p:spPr>
          <a:xfrm>
            <a:off x="4096053" y="1702322"/>
            <a:ext cx="951893" cy="951893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A6A04D99-E55F-8218-8755-379F80E7EB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96053" y="1702322"/>
            <a:ext cx="951893" cy="951893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D337958-8F07-5AAF-7888-FB7F0004A57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93010" y="1956777"/>
            <a:ext cx="757979" cy="45761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8885573-5AF5-ED93-C553-335A208ADD6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477986" y="3006313"/>
            <a:ext cx="2188028" cy="45974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15FDD13A-74C6-9F9A-E258-A8695432A19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477986" y="3736053"/>
            <a:ext cx="2188028" cy="9692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0A72F78-3AC4-D09F-16CD-749151E30F1E}"/>
              </a:ext>
            </a:extLst>
          </p:cNvPr>
          <p:cNvSpPr/>
          <p:nvPr userDrawn="1"/>
        </p:nvSpPr>
        <p:spPr>
          <a:xfrm>
            <a:off x="6837041" y="1702322"/>
            <a:ext cx="951893" cy="951893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52CD714-4175-F01B-723E-34709C3D1FE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37041" y="1702322"/>
            <a:ext cx="951893" cy="951893"/>
          </a:xfrm>
          <a:prstGeom prst="arc">
            <a:avLst>
              <a:gd name="adj1" fmla="val 16200000"/>
              <a:gd name="adj2" fmla="val 13391445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56FAE53C-996B-DD95-85E9-2E3038FB901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933998" y="1956777"/>
            <a:ext cx="757979" cy="45761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CC303A69-602F-A36A-9A9E-EE4D0AB6235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18974" y="3006313"/>
            <a:ext cx="2188028" cy="45974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E61947B-1C96-D600-646B-A0B608618F0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218974" y="3736053"/>
            <a:ext cx="2188028" cy="9692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36150259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994172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3198F37-3BF6-F353-88A7-EC7B3896DB31}"/>
              </a:ext>
            </a:extLst>
          </p:cNvPr>
          <p:cNvSpPr/>
          <p:nvPr userDrawn="1"/>
        </p:nvSpPr>
        <p:spPr>
          <a:xfrm>
            <a:off x="1110373" y="1702322"/>
            <a:ext cx="951893" cy="951893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3AAF754-AFB2-7B0F-C9D5-723C7F747F9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10373" y="1702322"/>
            <a:ext cx="951893" cy="951893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6EB249-DC17-B35E-6295-7911453EBB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07330" y="1956777"/>
            <a:ext cx="757979" cy="45761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9C13F117-62CD-3060-85FD-14552A5345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6997" y="3006313"/>
            <a:ext cx="1698648" cy="45974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A370F15-4A8B-E6DC-3995-E9DCC61296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6997" y="3736053"/>
            <a:ext cx="1698648" cy="9692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D450D8-03FC-4EFA-A2D5-44FAE81334B2}"/>
              </a:ext>
            </a:extLst>
          </p:cNvPr>
          <p:cNvSpPr/>
          <p:nvPr userDrawn="1"/>
        </p:nvSpPr>
        <p:spPr>
          <a:xfrm>
            <a:off x="3100826" y="1702322"/>
            <a:ext cx="951893" cy="951893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A1725AD-D3F3-4C43-A9CE-D923157D1EB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100826" y="1702322"/>
            <a:ext cx="951893" cy="951893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A5A4432-49BE-85C3-371F-61947F2EFF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97783" y="1956777"/>
            <a:ext cx="757979" cy="45761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7DEE162-DE7F-280F-3FCD-C14B9C99397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727449" y="3006313"/>
            <a:ext cx="1698648" cy="45974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5590AC1-AE92-BA30-A559-CC995EAC450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727449" y="3736053"/>
            <a:ext cx="1698648" cy="9692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6B475C3-04A6-711E-5322-383741AA50A0}"/>
              </a:ext>
            </a:extLst>
          </p:cNvPr>
          <p:cNvSpPr/>
          <p:nvPr userDrawn="1"/>
        </p:nvSpPr>
        <p:spPr>
          <a:xfrm>
            <a:off x="5091279" y="1702322"/>
            <a:ext cx="951893" cy="951893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8DB54B20-FE22-8EB2-3645-87067CB5CE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91279" y="1702322"/>
            <a:ext cx="951893" cy="951893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01A99640-BD8F-1C2E-7917-E427E2C9E8E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88236" y="1956777"/>
            <a:ext cx="757979" cy="45761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5576649-3C0B-389C-A412-15DA9006199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717902" y="3006313"/>
            <a:ext cx="1698648" cy="45974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1B49E62-70C1-5A3E-C9DE-30D3B9A1317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717902" y="3736053"/>
            <a:ext cx="1698648" cy="9692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FB53EF-67A9-1D0C-83D1-C2E775568ADC}"/>
              </a:ext>
            </a:extLst>
          </p:cNvPr>
          <p:cNvSpPr/>
          <p:nvPr userDrawn="1"/>
        </p:nvSpPr>
        <p:spPr>
          <a:xfrm>
            <a:off x="7081732" y="1702322"/>
            <a:ext cx="951893" cy="951893"/>
          </a:xfrm>
          <a:prstGeom prst="ellipse">
            <a:avLst/>
          </a:prstGeom>
          <a:noFill/>
          <a:ln w="762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478AA837-7F82-20FE-7D9B-15D8330F1F7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081732" y="1702322"/>
            <a:ext cx="951893" cy="951893"/>
          </a:xfrm>
          <a:prstGeom prst="arc">
            <a:avLst>
              <a:gd name="adj1" fmla="val 16200000"/>
              <a:gd name="adj2" fmla="val 7873319"/>
            </a:avLst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chemeClr val="tx1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EE905A64-E16A-360D-D9B9-01DADCD6FE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178689" y="1956777"/>
            <a:ext cx="757979" cy="45761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="1">
                <a:solidFill>
                  <a:schemeClr val="tx1"/>
                </a:solidFill>
                <a:latin typeface="+mj-lt"/>
                <a:cs typeface="Poppins" panose="00000500000000000000" pitchFamily="2" charset="0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2A4709B7-AEF9-3384-236D-2687210D4A3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708355" y="3006313"/>
            <a:ext cx="1698648" cy="45974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6FBD3968-FABA-F405-A8DD-5F750F5E0A2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708355" y="3736053"/>
            <a:ext cx="1698648" cy="969297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90381C-FE53-E95C-05B7-0539A6C0000C}"/>
              </a:ext>
            </a:extLst>
          </p:cNvPr>
          <p:cNvSpPr/>
          <p:nvPr userDrawn="1"/>
        </p:nvSpPr>
        <p:spPr>
          <a:xfrm>
            <a:off x="0" y="4705350"/>
            <a:ext cx="9144000" cy="4381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408039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152D7932-D56E-1D42-DC6F-A66A68AB2585}"/>
              </a:ext>
            </a:extLst>
          </p:cNvPr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994172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68AD303-B665-9A3B-C70C-1ECF9E7F14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7664" y="1556527"/>
            <a:ext cx="3286363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4C7562-D6F5-2BEF-1529-F57822CF67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15103" y="2286266"/>
            <a:ext cx="3286363" cy="241908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7" name="Chart Placeholder 26">
            <a:extLst>
              <a:ext uri="{FF2B5EF4-FFF2-40B4-BE49-F238E27FC236}">
                <a16:creationId xmlns:a16="http://schemas.microsoft.com/office/drawing/2014/main" id="{6104ED45-6F4E-1D7F-AEE0-1E8D4C1CB1A7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736997" y="1556148"/>
            <a:ext cx="3349229" cy="314920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250442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 C44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52D7932-D56E-1D42-DC6F-A66A68AB2585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994172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68AD303-B665-9A3B-C70C-1ECF9E7F14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9557" y="1556527"/>
            <a:ext cx="3286363" cy="45974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EC4C7562-D6F5-2BEF-1529-F57822CF673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6997" y="2286266"/>
            <a:ext cx="3286363" cy="241908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7" name="Chart Placeholder 26">
            <a:extLst>
              <a:ext uri="{FF2B5EF4-FFF2-40B4-BE49-F238E27FC236}">
                <a16:creationId xmlns:a16="http://schemas.microsoft.com/office/drawing/2014/main" id="{6104ED45-6F4E-1D7F-AEE0-1E8D4C1CB1A7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055214" y="1556148"/>
            <a:ext cx="3349229" cy="314920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62722019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585794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1" y="3073401"/>
            <a:ext cx="9143999" cy="207009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092" y="3296920"/>
            <a:ext cx="2380118" cy="317500"/>
          </a:xfrm>
          <a:noFill/>
        </p:spPr>
        <p:txBody>
          <a:bodyPr wrap="none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2" y="3884421"/>
            <a:ext cx="2380118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440532" y="2885440"/>
            <a:ext cx="8594803" cy="360680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3518" y="2613126"/>
            <a:ext cx="1904840" cy="317500"/>
          </a:xfrm>
          <a:noFill/>
        </p:spPr>
        <p:txBody>
          <a:bodyPr wrap="none" rtlCol="0"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1275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5876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9355" y="2547907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355C327-1EAD-122E-76FB-A306501730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83221" y="1121945"/>
            <a:ext cx="2380118" cy="317500"/>
          </a:xfrm>
          <a:noFill/>
        </p:spPr>
        <p:txBody>
          <a:bodyPr wrap="none" rtlCol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8BD62B8-5615-EDE2-EEEF-3269AFB984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80661" y="1709445"/>
            <a:ext cx="2380118" cy="820930"/>
          </a:xfrm>
        </p:spPr>
        <p:txBody>
          <a:bodyPr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196229-9474-38A4-195D-16EF25CFDF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63647" y="3200526"/>
            <a:ext cx="1904840" cy="317500"/>
          </a:xfrm>
          <a:noFill/>
        </p:spPr>
        <p:txBody>
          <a:bodyPr wrap="none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275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Milestone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BC3734A-9014-E02E-D881-452851CE209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6005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1DF941D1-0EFC-0B05-819B-85FD2BB7AD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3619484" y="3063588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2E5B2CA-EAA5-5994-683F-5D58C6E2FD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23350" y="3296920"/>
            <a:ext cx="2380118" cy="317500"/>
          </a:xfrm>
          <a:noFill/>
        </p:spPr>
        <p:txBody>
          <a:bodyPr wrap="none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6CDC4B5-6750-3FF7-B619-C13BDE1822F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20790" y="3884421"/>
            <a:ext cx="2380118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29970677-3370-4011-8DDF-AA7FB9DC18B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3776" y="2613126"/>
            <a:ext cx="1904840" cy="317500"/>
          </a:xfrm>
          <a:noFill/>
        </p:spPr>
        <p:txBody>
          <a:bodyPr wrap="none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275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Milestone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429CAD44-6F2E-06C7-7AAA-C96264677B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46134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0" name="Text Placeholder 37">
            <a:extLst>
              <a:ext uri="{FF2B5EF4-FFF2-40B4-BE49-F238E27FC236}">
                <a16:creationId xmlns:a16="http://schemas.microsoft.com/office/drawing/2014/main" id="{9A8A885D-2E30-A95C-053D-F6355B5A71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59613" y="2547907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214313" marR="0" lvl="0" indent="-21431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044649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585794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1" y="3073401"/>
            <a:ext cx="9143999" cy="207009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093" y="3296920"/>
            <a:ext cx="1978639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2" y="3884421"/>
            <a:ext cx="1978639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440532" y="2885440"/>
            <a:ext cx="8594803" cy="360680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3518" y="2613126"/>
            <a:ext cx="1583531" cy="3175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5876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9355" y="2547907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5F1CF3D7-D6F0-00E0-514C-BE0D7B4F1BB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36414" y="1293945"/>
            <a:ext cx="1978639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E110014-5113-3EAB-EA0C-2C4A0D26A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533853" y="1881446"/>
            <a:ext cx="1978639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B0B2218D-7892-865A-9269-8F7CB77EF6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16839" y="3196226"/>
            <a:ext cx="1583531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9826A137-9EE9-DBF7-02EF-10A8F53142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59197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818098BA-EDF5-70C1-9DDB-2D872F98829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2772676" y="3061190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63E044A-0854-3254-F81C-5F8453A186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29735" y="3296920"/>
            <a:ext cx="1978639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4A60265-606F-B99A-2B16-D7324BEBA72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27175" y="3884421"/>
            <a:ext cx="1978639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98828D7D-0668-CA35-2CAD-FC717E71C5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10161" y="2613126"/>
            <a:ext cx="1583531" cy="3175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FFECE995-3701-5C12-9D8F-4DA73E1B01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52518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6E0E5E27-916F-613B-634E-E166366FB3A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65997" y="2547907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DCE45788-7A79-F6B2-443A-427BE234AC1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723057" y="1293945"/>
            <a:ext cx="1978639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42F4A986-934A-4734-9712-8262BC7D9CF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20496" y="1881446"/>
            <a:ext cx="1978639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186262C1-71EC-CE23-F6A4-6036450E58A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003482" y="3196226"/>
            <a:ext cx="1583531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7F63AFE5-E418-F825-AB60-FCBBDB2D441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45839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6E063F6E-E364-ACD3-D3E6-DAF57028DFE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V="1">
            <a:off x="6959318" y="3061190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452589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585794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1" y="3063240"/>
            <a:ext cx="9143999" cy="208026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093" y="3296920"/>
            <a:ext cx="1550627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3" y="3884421"/>
            <a:ext cx="1550627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440532" y="2885440"/>
            <a:ext cx="8594803" cy="360680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3518" y="2613126"/>
            <a:ext cx="1267641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5876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9355" y="2547907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A55D6897-9E6A-5267-8A17-FAC640C059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17605" y="1296010"/>
            <a:ext cx="1550627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7078301-377D-286F-9067-CC583F744A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115044" y="1883511"/>
            <a:ext cx="1550627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F1119639-B6DC-E663-01C8-EB8BAAD734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98030" y="3194057"/>
            <a:ext cx="1267641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7B6D9838-D931-E9B0-922A-4986920FA2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40387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6" name="Text Placeholder 37">
            <a:extLst>
              <a:ext uri="{FF2B5EF4-FFF2-40B4-BE49-F238E27FC236}">
                <a16:creationId xmlns:a16="http://schemas.microsoft.com/office/drawing/2014/main" id="{6651D1C3-7761-EA47-F53A-83048BA81D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2353866" y="3068730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779163C-C8AA-E3FC-B7FD-99A42B2B55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92116" y="3296920"/>
            <a:ext cx="1550627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1B05E230-3912-FE5D-61FE-AC465718E8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789556" y="3884421"/>
            <a:ext cx="1550627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19BACF2C-F4F1-F4B1-5D76-004E6CCC4E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072541" y="2613126"/>
            <a:ext cx="1267641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3FBC3B0F-F4A8-4DC4-DDD4-D3A36E8A61A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14899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57" name="Text Placeholder 37">
            <a:extLst>
              <a:ext uri="{FF2B5EF4-FFF2-40B4-BE49-F238E27FC236}">
                <a16:creationId xmlns:a16="http://schemas.microsoft.com/office/drawing/2014/main" id="{31D447B7-1395-9D9A-208D-384C08F1626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28378" y="2547907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1D07862A-5B23-0044-8CE4-F6A221EBF32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66628" y="1296010"/>
            <a:ext cx="1550627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D6B6CB30-262C-6187-0C1C-55421AF8048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464067" y="1883511"/>
            <a:ext cx="1550627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5ABC58D2-B87D-BB4A-29CF-B645D14BCA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747053" y="3194057"/>
            <a:ext cx="1267641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A271CCA1-C861-BA92-26BB-08558D1EAC2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89410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62" name="Text Placeholder 37">
            <a:extLst>
              <a:ext uri="{FF2B5EF4-FFF2-40B4-BE49-F238E27FC236}">
                <a16:creationId xmlns:a16="http://schemas.microsoft.com/office/drawing/2014/main" id="{0C049EBE-43F7-79A8-2065-6B384929434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V="1">
            <a:off x="5702889" y="3068730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492CC3B8-8A0F-A348-FB3D-D7976550BFE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141138" y="3296920"/>
            <a:ext cx="1550627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738882A6-C5D0-0373-B0FA-BF7FBE82E7B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138578" y="3884421"/>
            <a:ext cx="1550627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0BA9DE5-F5A7-2467-7A00-F6CC4607A5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21564" y="2613126"/>
            <a:ext cx="1267641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816103EB-5462-E08B-3F12-901D5DBC67A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363921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67" name="Text Placeholder 37">
            <a:extLst>
              <a:ext uri="{FF2B5EF4-FFF2-40B4-BE49-F238E27FC236}">
                <a16:creationId xmlns:a16="http://schemas.microsoft.com/office/drawing/2014/main" id="{78FDAA65-DF4D-6014-10F6-2D71C8D2CF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377400" y="2547907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018061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585794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9E5EEC-A817-4F7C-1658-5B81533A0F4D}"/>
              </a:ext>
            </a:extLst>
          </p:cNvPr>
          <p:cNvSpPr/>
          <p:nvPr userDrawn="1"/>
        </p:nvSpPr>
        <p:spPr>
          <a:xfrm>
            <a:off x="1" y="3063240"/>
            <a:ext cx="9143999" cy="208026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094" y="3296920"/>
            <a:ext cx="1231352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3" y="3884421"/>
            <a:ext cx="1231352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D18AC383-0A43-450E-4BB3-622B98CCEEA9}"/>
              </a:ext>
            </a:extLst>
          </p:cNvPr>
          <p:cNvSpPr/>
          <p:nvPr userDrawn="1"/>
        </p:nvSpPr>
        <p:spPr>
          <a:xfrm>
            <a:off x="440532" y="2885440"/>
            <a:ext cx="8594803" cy="360680"/>
          </a:xfrm>
          <a:prstGeom prst="notched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schemeClr val="tx1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3519" y="2613126"/>
            <a:ext cx="948367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D05B911-6FF2-6C6D-1B31-D7875290D3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5876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88EB121-505C-A5CB-4EDD-638357D3F8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9355" y="2547907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9CFBDD5-870E-35DD-FD5F-F0172492FC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48898" y="1293522"/>
            <a:ext cx="1231352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F40198-E11D-B174-C28B-92661D7F20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846338" y="1881022"/>
            <a:ext cx="1231352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B0960D7-7983-2595-ABE5-F1787E459D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29323" y="3195723"/>
            <a:ext cx="948367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6802E5F-A852-2D2D-3C93-8898C766613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071680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5" name="Text Placeholder 37">
            <a:extLst>
              <a:ext uri="{FF2B5EF4-FFF2-40B4-BE49-F238E27FC236}">
                <a16:creationId xmlns:a16="http://schemas.microsoft.com/office/drawing/2014/main" id="{B4D97054-802D-1200-213D-9DEAABEABC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flipV="1">
            <a:off x="2085159" y="3063240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F9A464E-36BA-78EC-8B82-85BECF9499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54703" y="3296920"/>
            <a:ext cx="1231352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985471C-71E7-2A9F-2CD2-D18A4DEE6A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52142" y="3884421"/>
            <a:ext cx="1231352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554BCB0-8A73-8A6A-22F3-ECF35C003B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535128" y="2613126"/>
            <a:ext cx="948367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EEEBB83A-0700-B6B7-31D6-CEA5E0D0CB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77484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0" name="Text Placeholder 37">
            <a:extLst>
              <a:ext uri="{FF2B5EF4-FFF2-40B4-BE49-F238E27FC236}">
                <a16:creationId xmlns:a16="http://schemas.microsoft.com/office/drawing/2014/main" id="{2E90BF91-7380-94AC-1FA5-1A514AB0E6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90963" y="2547907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08780A0-29AE-20CD-D5E3-AC2B3983C8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660507" y="1293522"/>
            <a:ext cx="1231352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716A020-77F8-3D14-2A31-111EBFA4018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657947" y="1881022"/>
            <a:ext cx="1231352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FD8A23C-16BF-F5F8-3277-D9B61DDDEB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40932" y="3195723"/>
            <a:ext cx="948367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64045693-C54C-3603-BA5A-618CF3E395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83289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5" name="Text Placeholder 37">
            <a:extLst>
              <a:ext uri="{FF2B5EF4-FFF2-40B4-BE49-F238E27FC236}">
                <a16:creationId xmlns:a16="http://schemas.microsoft.com/office/drawing/2014/main" id="{76271585-EBA3-B68B-5DFA-84AF64DF05A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 flipV="1">
            <a:off x="4896768" y="3063240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8DA0FA2-810D-B25A-CCB8-F3362879CDE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066312" y="3296920"/>
            <a:ext cx="1231352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0C57CB0-2E73-96C0-3605-3E1BBA28770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63751" y="3884421"/>
            <a:ext cx="1231352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A5095775-CE62-DB6E-5643-B992A8FA29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46737" y="2613126"/>
            <a:ext cx="948367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15C26498-5BE4-49C6-BDC7-99EBFBD07B1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9094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0" name="Text Placeholder 37">
            <a:extLst>
              <a:ext uri="{FF2B5EF4-FFF2-40B4-BE49-F238E27FC236}">
                <a16:creationId xmlns:a16="http://schemas.microsoft.com/office/drawing/2014/main" id="{7C20FD34-F46F-2B5D-8F3B-9DC5FC6EE0F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02573" y="2547907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E0BB22D-6F32-DD2D-2A63-BE6F78B6D00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472116" y="1293522"/>
            <a:ext cx="1231352" cy="31750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C19ECCD6-6ED2-5B15-447C-B61314E7CDF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69555" y="1881022"/>
            <a:ext cx="1231352" cy="82093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84B770A8-3D75-33D9-16C2-589947A4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52540" y="3195723"/>
            <a:ext cx="948367" cy="31750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Milestone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D0352AB3-0347-7528-CA9B-290CF11177C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694897" y="3030219"/>
            <a:ext cx="71121" cy="71121"/>
          </a:xfrm>
          <a:prstGeom prst="ellipse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  <p:sp>
        <p:nvSpPr>
          <p:cNvPr id="43" name="Text Placeholder 37">
            <a:extLst>
              <a:ext uri="{FF2B5EF4-FFF2-40B4-BE49-F238E27FC236}">
                <a16:creationId xmlns:a16="http://schemas.microsoft.com/office/drawing/2014/main" id="{4A008D60-1662-3363-B6D3-7CDB9E916FA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 flipV="1">
            <a:off x="7708376" y="3063240"/>
            <a:ext cx="44163" cy="509843"/>
          </a:xfrm>
          <a:custGeom>
            <a:avLst/>
            <a:gdLst>
              <a:gd name="connsiteX0" fmla="*/ 29442 w 58884"/>
              <a:gd name="connsiteY0" fmla="*/ 0 h 679790"/>
              <a:gd name="connsiteX1" fmla="*/ 58884 w 58884"/>
              <a:gd name="connsiteY1" fmla="*/ 29442 h 679790"/>
              <a:gd name="connsiteX2" fmla="*/ 50261 w 58884"/>
              <a:gd name="connsiteY2" fmla="*/ 50261 h 679790"/>
              <a:gd name="connsiteX3" fmla="*/ 34842 w 58884"/>
              <a:gd name="connsiteY3" fmla="*/ 56647 h 679790"/>
              <a:gd name="connsiteX4" fmla="*/ 34842 w 58884"/>
              <a:gd name="connsiteY4" fmla="*/ 679790 h 679790"/>
              <a:gd name="connsiteX5" fmla="*/ 24042 w 58884"/>
              <a:gd name="connsiteY5" fmla="*/ 679790 h 679790"/>
              <a:gd name="connsiteX6" fmla="*/ 24042 w 58884"/>
              <a:gd name="connsiteY6" fmla="*/ 56647 h 679790"/>
              <a:gd name="connsiteX7" fmla="*/ 8624 w 58884"/>
              <a:gd name="connsiteY7" fmla="*/ 50261 h 679790"/>
              <a:gd name="connsiteX8" fmla="*/ 0 w 58884"/>
              <a:gd name="connsiteY8" fmla="*/ 29442 h 679790"/>
              <a:gd name="connsiteX9" fmla="*/ 29442 w 58884"/>
              <a:gd name="connsiteY9" fmla="*/ 0 h 679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884" h="679790">
                <a:moveTo>
                  <a:pt x="29442" y="0"/>
                </a:moveTo>
                <a:cubicBezTo>
                  <a:pt x="45702" y="0"/>
                  <a:pt x="58884" y="13182"/>
                  <a:pt x="58884" y="29442"/>
                </a:cubicBezTo>
                <a:cubicBezTo>
                  <a:pt x="58884" y="37572"/>
                  <a:pt x="55589" y="44933"/>
                  <a:pt x="50261" y="50261"/>
                </a:cubicBezTo>
                <a:lnTo>
                  <a:pt x="34842" y="56647"/>
                </a:lnTo>
                <a:lnTo>
                  <a:pt x="34842" y="679790"/>
                </a:lnTo>
                <a:lnTo>
                  <a:pt x="24042" y="679790"/>
                </a:lnTo>
                <a:lnTo>
                  <a:pt x="24042" y="56647"/>
                </a:lnTo>
                <a:lnTo>
                  <a:pt x="8624" y="50261"/>
                </a:lnTo>
                <a:cubicBezTo>
                  <a:pt x="3296" y="44933"/>
                  <a:pt x="0" y="37572"/>
                  <a:pt x="0" y="29442"/>
                </a:cubicBezTo>
                <a:cubicBezTo>
                  <a:pt x="0" y="13182"/>
                  <a:pt x="13182" y="0"/>
                  <a:pt x="29442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750" b="1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9098068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B6E1DFE-554F-BFF5-D289-BA288E4B94A4}"/>
              </a:ext>
            </a:extLst>
          </p:cNvPr>
          <p:cNvSpPr/>
          <p:nvPr userDrawn="1"/>
        </p:nvSpPr>
        <p:spPr>
          <a:xfrm>
            <a:off x="1" y="4704753"/>
            <a:ext cx="9143999" cy="43874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5D200E-ACDD-ED09-8864-C19DF2DF0131}"/>
              </a:ext>
            </a:extLst>
          </p:cNvPr>
          <p:cNvGrpSpPr/>
          <p:nvPr userDrawn="1"/>
        </p:nvGrpSpPr>
        <p:grpSpPr>
          <a:xfrm>
            <a:off x="3100712" y="2373920"/>
            <a:ext cx="2942576" cy="980859"/>
            <a:chOff x="4134283" y="2771991"/>
            <a:chExt cx="3923434" cy="130781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F55A1E4-0A7D-61F7-DF47-1F2DCB838D87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68888"/>
              <a:chExt cx="3923434" cy="1307812"/>
            </a:xfrm>
          </p:grpSpPr>
          <p:sp>
            <p:nvSpPr>
              <p:cNvPr id="23" name="Arc 47">
                <a:extLst>
                  <a:ext uri="{FF2B5EF4-FFF2-40B4-BE49-F238E27FC236}">
                    <a16:creationId xmlns:a16="http://schemas.microsoft.com/office/drawing/2014/main" id="{239D014E-939D-FD36-06DF-8D3773228C9E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Arc 48">
                <a:extLst>
                  <a:ext uri="{FF2B5EF4-FFF2-40B4-BE49-F238E27FC236}">
                    <a16:creationId xmlns:a16="http://schemas.microsoft.com/office/drawing/2014/main" id="{654F355E-77E8-017D-8B3E-B9D81D5DEA1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Arc 49">
                <a:extLst>
                  <a:ext uri="{FF2B5EF4-FFF2-40B4-BE49-F238E27FC236}">
                    <a16:creationId xmlns:a16="http://schemas.microsoft.com/office/drawing/2014/main" id="{86EFA4FB-592D-87A7-95CF-5ED4421DA8C1}"/>
                  </a:ext>
                </a:extLst>
              </p:cNvPr>
              <p:cNvSpPr/>
              <p:nvPr userDrawn="1"/>
            </p:nvSpPr>
            <p:spPr>
              <a:xfrm>
                <a:off x="6749906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A3F3CCF-9B62-1DE3-3444-3B8B2FCDD604}"/>
                </a:ext>
              </a:extLst>
            </p:cNvPr>
            <p:cNvGrpSpPr/>
            <p:nvPr userDrawn="1"/>
          </p:nvGrpSpPr>
          <p:grpSpPr>
            <a:xfrm>
              <a:off x="4134283" y="2771991"/>
              <a:ext cx="3923434" cy="1307812"/>
              <a:chOff x="4134283" y="2775094"/>
              <a:chExt cx="3923434" cy="1307812"/>
            </a:xfrm>
          </p:grpSpPr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C036C405-9275-2F84-831C-82012562750B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6ACAF944-1570-81A0-5432-F16C209A0D8D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AE4C73F8-72F1-6DC7-8E7F-402C319DCDB4}"/>
                  </a:ext>
                </a:extLst>
              </p:cNvPr>
              <p:cNvSpPr/>
              <p:nvPr userDrawn="1"/>
            </p:nvSpPr>
            <p:spPr>
              <a:xfrm>
                <a:off x="6749906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58579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0531" y="1319113"/>
            <a:ext cx="2621936" cy="317500"/>
          </a:xfrm>
          <a:noFill/>
        </p:spPr>
        <p:txBody>
          <a:bodyPr wrap="square" rtlCol="0" anchor="t">
            <a:noAutofit/>
          </a:bodyPr>
          <a:lstStyle>
            <a:lvl1pPr marL="0" indent="0" algn="r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1" y="1906614"/>
            <a:ext cx="2621936" cy="662180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4667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275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Milestone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355C327-1EAD-122E-76FB-A306501730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61032" y="3455670"/>
            <a:ext cx="2621936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8BD62B8-5615-EDE2-EEEF-3269AFB984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58472" y="4043170"/>
            <a:ext cx="2621936" cy="66218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196229-9474-38A4-195D-16EF25CFDFC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96318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275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Milestone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92E5B2CA-EAA5-5994-683F-5D58C6E2FD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081532" y="1322070"/>
            <a:ext cx="2621936" cy="317500"/>
          </a:xfrm>
          <a:noFill/>
        </p:spPr>
        <p:txBody>
          <a:bodyPr wrap="square" rtlCol="0" anchor="t">
            <a:noAutofit/>
          </a:bodyPr>
          <a:lstStyle>
            <a:lvl1pPr marL="0" indent="0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6CDC4B5-6750-3FF7-B619-C13BDE1822F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81532" y="1909570"/>
            <a:ext cx="2621936" cy="662180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29970677-3370-4011-8DDF-AA7FB9DC18B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77969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1275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4291745049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BD1F188-4061-CB4B-00D1-ABF856B21BAB}"/>
              </a:ext>
            </a:extLst>
          </p:cNvPr>
          <p:cNvGrpSpPr/>
          <p:nvPr userDrawn="1"/>
        </p:nvGrpSpPr>
        <p:grpSpPr>
          <a:xfrm>
            <a:off x="2614313" y="2373920"/>
            <a:ext cx="3923433" cy="980859"/>
            <a:chOff x="4134283" y="3357980"/>
            <a:chExt cx="5231244" cy="130781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81F1B17-071A-DFEF-C4B7-650ABC8F88F0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68888"/>
              <a:chExt cx="2615622" cy="1307812"/>
            </a:xfrm>
          </p:grpSpPr>
          <p:sp>
            <p:nvSpPr>
              <p:cNvPr id="21" name="Arc 47">
                <a:extLst>
                  <a:ext uri="{FF2B5EF4-FFF2-40B4-BE49-F238E27FC236}">
                    <a16:creationId xmlns:a16="http://schemas.microsoft.com/office/drawing/2014/main" id="{62AE3D14-CA88-B88C-083A-FB9EDC26CF66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Arc 48">
                <a:extLst>
                  <a:ext uri="{FF2B5EF4-FFF2-40B4-BE49-F238E27FC236}">
                    <a16:creationId xmlns:a16="http://schemas.microsoft.com/office/drawing/2014/main" id="{1C198DB0-8CA2-1A60-6ADA-E84FC85E0EBA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A371D17-6C5D-B19D-B2E8-BE5063B2C5E2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68888"/>
              <a:chExt cx="2615622" cy="1307812"/>
            </a:xfrm>
          </p:grpSpPr>
          <p:sp>
            <p:nvSpPr>
              <p:cNvPr id="19" name="Arc 47">
                <a:extLst>
                  <a:ext uri="{FF2B5EF4-FFF2-40B4-BE49-F238E27FC236}">
                    <a16:creationId xmlns:a16="http://schemas.microsoft.com/office/drawing/2014/main" id="{E97B1A77-13E9-076F-C9EC-8910BE6CA617}"/>
                  </a:ext>
                </a:extLst>
              </p:cNvPr>
              <p:cNvSpPr/>
              <p:nvPr userDrawn="1"/>
            </p:nvSpPr>
            <p:spPr>
              <a:xfrm>
                <a:off x="4134283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Arc 48">
                <a:extLst>
                  <a:ext uri="{FF2B5EF4-FFF2-40B4-BE49-F238E27FC236}">
                    <a16:creationId xmlns:a16="http://schemas.microsoft.com/office/drawing/2014/main" id="{580EFB7C-1AE1-9F5D-5909-EAC6951E0BB7}"/>
                  </a:ext>
                </a:extLst>
              </p:cNvPr>
              <p:cNvSpPr/>
              <p:nvPr userDrawn="1"/>
            </p:nvSpPr>
            <p:spPr>
              <a:xfrm flipV="1">
                <a:off x="5442094" y="2768888"/>
                <a:ext cx="1307811" cy="1307812"/>
              </a:xfrm>
              <a:prstGeom prst="ellipse">
                <a:avLst/>
              </a:prstGeom>
              <a:ln w="571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1BD2ED-6C69-571D-A5A6-D86D46E106BA}"/>
                </a:ext>
              </a:extLst>
            </p:cNvPr>
            <p:cNvGrpSpPr/>
            <p:nvPr userDrawn="1"/>
          </p:nvGrpSpPr>
          <p:grpSpPr>
            <a:xfrm>
              <a:off x="4134283" y="3357980"/>
              <a:ext cx="2615622" cy="1307812"/>
              <a:chOff x="4134283" y="2775094"/>
              <a:chExt cx="2615622" cy="1307812"/>
            </a:xfrm>
          </p:grpSpPr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38D6874D-0B7E-F11A-8FEB-EB13D1F9D469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787D6E92-F139-0187-5027-354FBCD86E92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F292C11-4059-21AA-3BB0-D1228061B270}"/>
                </a:ext>
              </a:extLst>
            </p:cNvPr>
            <p:cNvGrpSpPr/>
            <p:nvPr userDrawn="1"/>
          </p:nvGrpSpPr>
          <p:grpSpPr>
            <a:xfrm>
              <a:off x="6749905" y="3357980"/>
              <a:ext cx="2615622" cy="1307812"/>
              <a:chOff x="4134283" y="2775094"/>
              <a:chExt cx="2615622" cy="1307812"/>
            </a:xfrm>
          </p:grpSpPr>
          <p:sp>
            <p:nvSpPr>
              <p:cNvPr id="15" name="Arc 14">
                <a:extLst>
                  <a:ext uri="{FF2B5EF4-FFF2-40B4-BE49-F238E27FC236}">
                    <a16:creationId xmlns:a16="http://schemas.microsoft.com/office/drawing/2014/main" id="{682FAAD4-6A94-7DCE-7476-C6026EADD3FB}"/>
                  </a:ext>
                </a:extLst>
              </p:cNvPr>
              <p:cNvSpPr/>
              <p:nvPr userDrawn="1"/>
            </p:nvSpPr>
            <p:spPr>
              <a:xfrm>
                <a:off x="4134283" y="2775094"/>
                <a:ext cx="1307811" cy="1307812"/>
              </a:xfrm>
              <a:prstGeom prst="arc">
                <a:avLst>
                  <a:gd name="adj1" fmla="val 10792152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Arc 15">
                <a:extLst>
                  <a:ext uri="{FF2B5EF4-FFF2-40B4-BE49-F238E27FC236}">
                    <a16:creationId xmlns:a16="http://schemas.microsoft.com/office/drawing/2014/main" id="{F2D17A48-42C4-2192-FB33-3448C1A4C947}"/>
                  </a:ext>
                </a:extLst>
              </p:cNvPr>
              <p:cNvSpPr/>
              <p:nvPr userDrawn="1"/>
            </p:nvSpPr>
            <p:spPr>
              <a:xfrm flipV="1">
                <a:off x="5442094" y="2775094"/>
                <a:ext cx="1307811" cy="1307812"/>
              </a:xfrm>
              <a:prstGeom prst="arc">
                <a:avLst>
                  <a:gd name="adj1" fmla="val 10790197"/>
                  <a:gd name="adj2" fmla="val 0"/>
                </a:avLst>
              </a:prstGeom>
              <a:ln w="57150" cap="rnd"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indent="0" algn="ctr">
                  <a:buFont typeface="Arial" panose="020B0604020202020204" pitchFamily="34" charset="0"/>
                  <a:buNone/>
                </a:pPr>
                <a:endParaRPr lang="en-GB" sz="135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58579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092" y="2225819"/>
            <a:ext cx="1978639" cy="317500"/>
          </a:xfrm>
          <a:noFill/>
        </p:spPr>
        <p:txBody>
          <a:bodyPr wrap="square" rtlCol="0" anchor="t">
            <a:noAutofit/>
          </a:bodyPr>
          <a:lstStyle>
            <a:lvl1pPr marL="0" indent="0" algn="r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0532" y="2813320"/>
            <a:ext cx="1978639" cy="628571"/>
          </a:xfrm>
        </p:spPr>
        <p:txBody>
          <a:bodyPr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24666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2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5F1CF3D7-D6F0-00E0-514C-BE0D7B4F1BB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087530" y="3488682"/>
            <a:ext cx="1978639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EE110014-5113-3EAB-EA0C-2C4A0D26A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084969" y="4076183"/>
            <a:ext cx="1978639" cy="628571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B0B2218D-7892-865A-9269-8F7CB77EF6E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14026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2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963E044A-0854-3254-F81C-5F8453A186C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075929" y="1121274"/>
            <a:ext cx="1978639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F4A60265-606F-B99A-2B16-D7324BEBA72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73368" y="1708774"/>
            <a:ext cx="1978639" cy="628571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98828D7D-0668-CA35-2CAD-FC717E71C5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03385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2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DCE45788-7A79-F6B2-443A-427BE234AC1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724830" y="2225819"/>
            <a:ext cx="1978639" cy="317500"/>
          </a:xfrm>
          <a:noFill/>
        </p:spPr>
        <p:txBody>
          <a:bodyPr wrap="square" rtlCol="0" anchor="t">
            <a:noAutofit/>
          </a:bodyPr>
          <a:lstStyle>
            <a:lvl1pPr marL="0" indent="0">
              <a:buNone/>
              <a:defRPr lang="en-US" sz="13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50" name="Text Placeholder 7">
            <a:extLst>
              <a:ext uri="{FF2B5EF4-FFF2-40B4-BE49-F238E27FC236}">
                <a16:creationId xmlns:a16="http://schemas.microsoft.com/office/drawing/2014/main" id="{42F4A986-934A-4734-9712-8262BC7D9CF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22270" y="2813320"/>
            <a:ext cx="1978639" cy="628571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186262C1-71EC-CE23-F6A4-6036450E58A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92746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en-US" sz="12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C5C974-FD8D-C29F-00F5-915EDA7E0E75}"/>
              </a:ext>
            </a:extLst>
          </p:cNvPr>
          <p:cNvSpPr/>
          <p:nvPr userDrawn="1"/>
        </p:nvSpPr>
        <p:spPr>
          <a:xfrm>
            <a:off x="1" y="4704753"/>
            <a:ext cx="9143999" cy="43874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624411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DC58569-A743-E665-D540-B481B64E8459}"/>
              </a:ext>
            </a:extLst>
          </p:cNvPr>
          <p:cNvGrpSpPr/>
          <p:nvPr userDrawn="1"/>
        </p:nvGrpSpPr>
        <p:grpSpPr>
          <a:xfrm>
            <a:off x="2120822" y="2373920"/>
            <a:ext cx="4904291" cy="980859"/>
            <a:chOff x="3480378" y="3357980"/>
            <a:chExt cx="6539055" cy="1307812"/>
          </a:xfrm>
        </p:grpSpPr>
        <p:sp>
          <p:nvSpPr>
            <p:cNvPr id="12" name="Arc 47">
              <a:extLst>
                <a:ext uri="{FF2B5EF4-FFF2-40B4-BE49-F238E27FC236}">
                  <a16:creationId xmlns:a16="http://schemas.microsoft.com/office/drawing/2014/main" id="{1799DBCE-3CDD-CE06-DCD3-E33D796CFBF5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3" name="Arc 47">
              <a:extLst>
                <a:ext uri="{FF2B5EF4-FFF2-40B4-BE49-F238E27FC236}">
                  <a16:creationId xmlns:a16="http://schemas.microsoft.com/office/drawing/2014/main" id="{D2BB6497-C9ED-231A-3D46-236A20D91547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4" name="Arc 48">
              <a:extLst>
                <a:ext uri="{FF2B5EF4-FFF2-40B4-BE49-F238E27FC236}">
                  <a16:creationId xmlns:a16="http://schemas.microsoft.com/office/drawing/2014/main" id="{3B7F452B-F78D-F2B0-F33B-AC7925960C28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5" name="Arc 47">
              <a:extLst>
                <a:ext uri="{FF2B5EF4-FFF2-40B4-BE49-F238E27FC236}">
                  <a16:creationId xmlns:a16="http://schemas.microsoft.com/office/drawing/2014/main" id="{F3999495-48D8-5CE9-11CD-A667A50E615F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6" name="Arc 48">
              <a:extLst>
                <a:ext uri="{FF2B5EF4-FFF2-40B4-BE49-F238E27FC236}">
                  <a16:creationId xmlns:a16="http://schemas.microsoft.com/office/drawing/2014/main" id="{63AC1403-57C4-36A3-F449-8E53AE126B46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33EC7DAF-3551-94E6-E084-19FAD06C1A03}"/>
                </a:ext>
              </a:extLst>
            </p:cNvPr>
            <p:cNvSpPr/>
            <p:nvPr userDrawn="1"/>
          </p:nvSpPr>
          <p:spPr>
            <a:xfrm>
              <a:off x="3480378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3E3B8828-CA10-E6AF-81C9-846A2AA7EC2A}"/>
                </a:ext>
              </a:extLst>
            </p:cNvPr>
            <p:cNvSpPr/>
            <p:nvPr userDrawn="1"/>
          </p:nvSpPr>
          <p:spPr>
            <a:xfrm flipV="1">
              <a:off x="4788189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19" name="Arc 18">
              <a:extLst>
                <a:ext uri="{FF2B5EF4-FFF2-40B4-BE49-F238E27FC236}">
                  <a16:creationId xmlns:a16="http://schemas.microsoft.com/office/drawing/2014/main" id="{2C78BF60-1F33-C76B-4C83-FB7F261873ED}"/>
                </a:ext>
              </a:extLst>
            </p:cNvPr>
            <p:cNvSpPr/>
            <p:nvPr userDrawn="1"/>
          </p:nvSpPr>
          <p:spPr>
            <a:xfrm>
              <a:off x="6096000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20" name="Arc 19">
              <a:extLst>
                <a:ext uri="{FF2B5EF4-FFF2-40B4-BE49-F238E27FC236}">
                  <a16:creationId xmlns:a16="http://schemas.microsoft.com/office/drawing/2014/main" id="{2E83B02A-572D-64E3-61A5-073ADE6A4934}"/>
                </a:ext>
              </a:extLst>
            </p:cNvPr>
            <p:cNvSpPr/>
            <p:nvPr userDrawn="1"/>
          </p:nvSpPr>
          <p:spPr>
            <a:xfrm flipV="1">
              <a:off x="7403811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21" name="Arc 20">
              <a:extLst>
                <a:ext uri="{FF2B5EF4-FFF2-40B4-BE49-F238E27FC236}">
                  <a16:creationId xmlns:a16="http://schemas.microsoft.com/office/drawing/2014/main" id="{08D20091-D26D-739C-EC0D-4332030E65CF}"/>
                </a:ext>
              </a:extLst>
            </p:cNvPr>
            <p:cNvSpPr/>
            <p:nvPr userDrawn="1"/>
          </p:nvSpPr>
          <p:spPr>
            <a:xfrm>
              <a:off x="871162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58579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112" y="1117380"/>
            <a:ext cx="1550627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29551" y="1704880"/>
            <a:ext cx="1550627" cy="6291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38702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9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A55D6897-9E6A-5267-8A17-FAC640C0596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17012" y="3455670"/>
            <a:ext cx="1550627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7078301-377D-286F-9067-CC583F744A9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14451" y="4043170"/>
            <a:ext cx="1550627" cy="6291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F1119639-B6DC-E663-01C8-EB8BAAD734F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9572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9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4779163C-C8AA-E3FC-B7FD-99A42B2B556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801911" y="1117380"/>
            <a:ext cx="1550627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1B05E230-3912-FE5D-61FE-AC465718E88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799351" y="1704880"/>
            <a:ext cx="1550627" cy="6291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19BACF2C-F4F1-F4B1-5D76-004E6CCC4E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00442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9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1D07862A-5B23-0044-8CE4-F6A221EBF32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786811" y="3455670"/>
            <a:ext cx="1550627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D6B6CB30-262C-6187-0C1C-55421AF8048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784251" y="4043170"/>
            <a:ext cx="1550627" cy="6291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5ABC58D2-B87D-BB4A-29CF-B645D14BCA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81312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9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492CC3B8-8A0F-A348-FB3D-D7976550BFE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771710" y="1117380"/>
            <a:ext cx="1550627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738882A6-C5D0-0373-B0FA-BF7FBE82E7B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769150" y="1704880"/>
            <a:ext cx="1550627" cy="6291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60BA9DE5-F5A7-2467-7A00-F6CC4607A5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62183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9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57ABE3-587C-7F7B-C8B5-EB06AF8AD71B}"/>
              </a:ext>
            </a:extLst>
          </p:cNvPr>
          <p:cNvSpPr/>
          <p:nvPr userDrawn="1"/>
        </p:nvSpPr>
        <p:spPr>
          <a:xfrm>
            <a:off x="1" y="4704753"/>
            <a:ext cx="9143999" cy="43874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589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3BB7D51-CF9D-4526-1725-5AB30663276A}"/>
              </a:ext>
            </a:extLst>
          </p:cNvPr>
          <p:cNvGrpSpPr/>
          <p:nvPr userDrawn="1"/>
        </p:nvGrpSpPr>
        <p:grpSpPr>
          <a:xfrm>
            <a:off x="1629425" y="2373920"/>
            <a:ext cx="5885150" cy="980859"/>
            <a:chOff x="2105892" y="3357980"/>
            <a:chExt cx="7846866" cy="1307812"/>
          </a:xfrm>
        </p:grpSpPr>
        <p:sp>
          <p:nvSpPr>
            <p:cNvPr id="19" name="Arc 48">
              <a:extLst>
                <a:ext uri="{FF2B5EF4-FFF2-40B4-BE49-F238E27FC236}">
                  <a16:creationId xmlns:a16="http://schemas.microsoft.com/office/drawing/2014/main" id="{A57EA404-270C-3D5C-14F9-1ECC47BA9B07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20" name="Arc 47">
              <a:extLst>
                <a:ext uri="{FF2B5EF4-FFF2-40B4-BE49-F238E27FC236}">
                  <a16:creationId xmlns:a16="http://schemas.microsoft.com/office/drawing/2014/main" id="{E0D06A7F-9509-C3A7-2D2C-78C39714085C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24" name="Arc 47">
              <a:extLst>
                <a:ext uri="{FF2B5EF4-FFF2-40B4-BE49-F238E27FC236}">
                  <a16:creationId xmlns:a16="http://schemas.microsoft.com/office/drawing/2014/main" id="{AB4BBBAA-DF0A-9D34-37E3-991800093100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25" name="Arc 48">
              <a:extLst>
                <a:ext uri="{FF2B5EF4-FFF2-40B4-BE49-F238E27FC236}">
                  <a16:creationId xmlns:a16="http://schemas.microsoft.com/office/drawing/2014/main" id="{DB6A20B4-C07C-5DCC-F25A-7118BCF0C18A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29" name="Arc 47">
              <a:extLst>
                <a:ext uri="{FF2B5EF4-FFF2-40B4-BE49-F238E27FC236}">
                  <a16:creationId xmlns:a16="http://schemas.microsoft.com/office/drawing/2014/main" id="{96B9398F-6113-4672-FFF8-FBAD5FEF4AC7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30" name="Arc 48">
              <a:extLst>
                <a:ext uri="{FF2B5EF4-FFF2-40B4-BE49-F238E27FC236}">
                  <a16:creationId xmlns:a16="http://schemas.microsoft.com/office/drawing/2014/main" id="{69A4899F-6BC6-0545-C425-46B0A391B53A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ellipse">
              <a:avLst/>
            </a:prstGeom>
            <a:ln w="571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C54F923D-0F8C-75D3-F560-621D6C55D4ED}"/>
                </a:ext>
              </a:extLst>
            </p:cNvPr>
            <p:cNvSpPr/>
            <p:nvPr userDrawn="1"/>
          </p:nvSpPr>
          <p:spPr>
            <a:xfrm>
              <a:off x="2105892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7737C037-6C33-E597-EC0D-93C1577C4A58}"/>
                </a:ext>
              </a:extLst>
            </p:cNvPr>
            <p:cNvSpPr/>
            <p:nvPr userDrawn="1"/>
          </p:nvSpPr>
          <p:spPr>
            <a:xfrm flipV="1">
              <a:off x="3413703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65F0F000-9A20-4E99-4193-B75FEBC43421}"/>
                </a:ext>
              </a:extLst>
            </p:cNvPr>
            <p:cNvSpPr/>
            <p:nvPr userDrawn="1"/>
          </p:nvSpPr>
          <p:spPr>
            <a:xfrm>
              <a:off x="4721514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6062F459-ACA9-F2CB-F2C1-6C195540935B}"/>
                </a:ext>
              </a:extLst>
            </p:cNvPr>
            <p:cNvSpPr/>
            <p:nvPr userDrawn="1"/>
          </p:nvSpPr>
          <p:spPr>
            <a:xfrm flipV="1">
              <a:off x="6029325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8D4F275-76C2-2516-B3A5-F4BEB2B9CA71}"/>
                </a:ext>
              </a:extLst>
            </p:cNvPr>
            <p:cNvSpPr/>
            <p:nvPr userDrawn="1"/>
          </p:nvSpPr>
          <p:spPr>
            <a:xfrm>
              <a:off x="7337136" y="3357980"/>
              <a:ext cx="1307811" cy="1307812"/>
            </a:xfrm>
            <a:prstGeom prst="arc">
              <a:avLst>
                <a:gd name="adj1" fmla="val 10792152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90126FB4-61AC-3C71-2538-087676C2A51C}"/>
                </a:ext>
              </a:extLst>
            </p:cNvPr>
            <p:cNvSpPr/>
            <p:nvPr userDrawn="1"/>
          </p:nvSpPr>
          <p:spPr>
            <a:xfrm flipV="1">
              <a:off x="8644947" y="3357980"/>
              <a:ext cx="1307811" cy="1307812"/>
            </a:xfrm>
            <a:prstGeom prst="arc">
              <a:avLst>
                <a:gd name="adj1" fmla="val 10790197"/>
                <a:gd name="adj2" fmla="val 0"/>
              </a:avLst>
            </a:prstGeom>
            <a:ln w="57150" cap="rnd"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indent="0" algn="ctr">
                <a:buFont typeface="Arial" panose="020B0604020202020204" pitchFamily="34" charset="0"/>
                <a:buNone/>
              </a:pPr>
              <a:endParaRPr lang="en-GB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585794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61C2C9-4D10-ED6D-CCC2-1E9F1FDD2A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53669" y="1119174"/>
            <a:ext cx="1231352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73D6B2A-4BEB-40DA-D4B7-5D6711B95B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51108" y="1706674"/>
            <a:ext cx="1231352" cy="6291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CC23EF0-CCB9-7631-5893-173C23662E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615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9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E9CFBDD5-870E-35DD-FD5F-F0172492FC7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445883" y="3436879"/>
            <a:ext cx="1231352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F40198-E11D-B174-C28B-92661D7F20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43322" y="4024379"/>
            <a:ext cx="1231352" cy="6291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B0960D7-7983-2595-ABE5-F1787E459D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28807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9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5F9A464E-36BA-78EC-8B82-85BECF9499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38097" y="1123394"/>
            <a:ext cx="1231352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F985471C-71E7-2A9F-2CD2-D18A4DEE6A3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35536" y="1710894"/>
            <a:ext cx="1231352" cy="6291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554BCB0-8A73-8A6A-22F3-ECF35C003B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613999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9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C08780A0-29AE-20CD-D5E3-AC2B3983C8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430311" y="3431067"/>
            <a:ext cx="1231352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C716A020-77F8-3D14-2A31-111EBFA4018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27750" y="4018568"/>
            <a:ext cx="1231352" cy="6291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FD8A23C-16BF-F5F8-3277-D9B61DDDEB9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99191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9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8DA0FA2-810D-B25A-CCB8-F3362879CDE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422525" y="1123351"/>
            <a:ext cx="1231352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20C57CB0-2E73-96C0-3605-3E1BBA28770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419964" y="1710851"/>
            <a:ext cx="1231352" cy="6291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A5095775-CE62-DB6E-5643-B992A8FA29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584382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9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E0BB22D-6F32-DD2D-2A63-BE6F78B6D00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14739" y="3434562"/>
            <a:ext cx="1231352" cy="317500"/>
          </a:xfrm>
          <a:noFill/>
        </p:spPr>
        <p:txBody>
          <a:bodyPr wrap="square" rtlCol="0" anchor="t">
            <a:noAutofit/>
          </a:bodyPr>
          <a:lstStyle>
            <a:lvl1pPr marL="0" indent="0" algn="ctr">
              <a:buNone/>
              <a:defRPr lang="en-US" sz="1050" b="1" dirty="0">
                <a:solidFill>
                  <a:schemeClr val="tx1"/>
                </a:solidFill>
              </a:defRPr>
            </a:lvl1pPr>
          </a:lstStyle>
          <a:p>
            <a:pPr marL="171450" lvl="0" indent="-171450"/>
            <a:r>
              <a:rPr lang="en-US" dirty="0"/>
              <a:t>Click to edit Master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C19ECCD6-6ED2-5B15-447C-B61314E7CDF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12178" y="4022062"/>
            <a:ext cx="1231352" cy="62910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84B770A8-3D75-33D9-16C2-589947A472A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69575" y="2742849"/>
            <a:ext cx="945000" cy="243000"/>
          </a:xfrm>
          <a:noFill/>
        </p:spPr>
        <p:txBody>
          <a:bodyPr wrap="square" rtlCol="0" anchor="ctr">
            <a:noAutofit/>
          </a:bodyPr>
          <a:lstStyle>
            <a:lvl1pPr marL="0" indent="0" algn="ctr">
              <a:buNone/>
              <a:defRPr lang="en-US" sz="975" b="1" dirty="0">
                <a:solidFill>
                  <a:schemeClr val="tx1"/>
                </a:solidFill>
              </a:defRPr>
            </a:lvl1pPr>
          </a:lstStyle>
          <a:p>
            <a:pPr marL="42863" lvl="0" indent="-214313" algn="ctr"/>
            <a:r>
              <a:rPr lang="en-US" dirty="0"/>
              <a:t>Milestone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814D20-60B7-FDC8-17DF-CB80C61564C0}"/>
              </a:ext>
            </a:extLst>
          </p:cNvPr>
          <p:cNvSpPr/>
          <p:nvPr userDrawn="1"/>
        </p:nvSpPr>
        <p:spPr>
          <a:xfrm>
            <a:off x="1" y="4704753"/>
            <a:ext cx="9143999" cy="43874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67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6A4D924-04F0-93DB-159D-A82EE770A921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836DCB7-EA86-8BF4-14F8-B1022039F8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5C3E817-D857-4674-CBF5-8C8F31D3163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57E701DB-A22C-CC4C-3C13-637534C8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997" y="438151"/>
            <a:ext cx="7670006" cy="994172"/>
          </a:xfrm>
        </p:spPr>
        <p:txBody>
          <a:bodyPr vert="horz" lIns="91440" tIns="45720" rIns="91440" bIns="45720" rtlCol="0" anchor="t">
            <a:noAutofit/>
          </a:bodyPr>
          <a:lstStyle>
            <a:lvl1pPr algn="ctr">
              <a:defRPr lang="en-US" sz="33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C3C1E4-2789-6156-5A0B-052425545714}"/>
              </a:ext>
            </a:extLst>
          </p:cNvPr>
          <p:cNvSpPr/>
          <p:nvPr userDrawn="1"/>
        </p:nvSpPr>
        <p:spPr>
          <a:xfrm>
            <a:off x="0" y="4705350"/>
            <a:ext cx="9144000" cy="4381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65913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359C6E-37AA-741C-EB84-CDC9BBBF4799}"/>
              </a:ext>
            </a:extLst>
          </p:cNvPr>
          <p:cNvGrpSpPr/>
          <p:nvPr userDrawn="1"/>
        </p:nvGrpSpPr>
        <p:grpSpPr>
          <a:xfrm>
            <a:off x="8474869" y="438746"/>
            <a:ext cx="228600" cy="65910"/>
            <a:chOff x="587375" y="584994"/>
            <a:chExt cx="304800" cy="8788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ED937B2-00D3-C934-7568-D94AE895F2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58499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7A209F4-A64E-7B65-131F-FDCCE92CBD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7375" y="672874"/>
              <a:ext cx="3048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94D3D9FF-5E4A-E4D9-CE56-6EA603B3B894}"/>
              </a:ext>
            </a:extLst>
          </p:cNvPr>
          <p:cNvSpPr/>
          <p:nvPr userDrawn="1"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00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41.xml"/><Relationship Id="rId34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62.xml"/><Relationship Id="rId47" Type="http://schemas.openxmlformats.org/officeDocument/2006/relationships/slideLayout" Target="../slideLayouts/slideLayout67.xml"/><Relationship Id="rId50" Type="http://schemas.openxmlformats.org/officeDocument/2006/relationships/slideLayout" Target="../slideLayouts/slideLayout70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52.xml"/><Relationship Id="rId37" Type="http://schemas.openxmlformats.org/officeDocument/2006/relationships/slideLayout" Target="../slideLayouts/slideLayout57.xml"/><Relationship Id="rId40" Type="http://schemas.openxmlformats.org/officeDocument/2006/relationships/slideLayout" Target="../slideLayouts/slideLayout60.xml"/><Relationship Id="rId45" Type="http://schemas.openxmlformats.org/officeDocument/2006/relationships/slideLayout" Target="../slideLayouts/slideLayout65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3.xml"/><Relationship Id="rId28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56.xml"/><Relationship Id="rId49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51.xml"/><Relationship Id="rId44" Type="http://schemas.openxmlformats.org/officeDocument/2006/relationships/slideLayout" Target="../slideLayouts/slideLayout64.xml"/><Relationship Id="rId52" Type="http://schemas.openxmlformats.org/officeDocument/2006/relationships/image" Target="../media/image1.jpeg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2.xml"/><Relationship Id="rId27" Type="http://schemas.openxmlformats.org/officeDocument/2006/relationships/slideLayout" Target="../slideLayouts/slideLayout47.xml"/><Relationship Id="rId30" Type="http://schemas.openxmlformats.org/officeDocument/2006/relationships/slideLayout" Target="../slideLayouts/slideLayout50.xml"/><Relationship Id="rId35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63.xml"/><Relationship Id="rId48" Type="http://schemas.openxmlformats.org/officeDocument/2006/relationships/slideLayout" Target="../slideLayouts/slideLayout68.xml"/><Relationship Id="rId8" Type="http://schemas.openxmlformats.org/officeDocument/2006/relationships/slideLayout" Target="../slideLayouts/slideLayout28.xml"/><Relationship Id="rId51" Type="http://schemas.openxmlformats.org/officeDocument/2006/relationships/theme" Target="../theme/theme3.xml"/><Relationship Id="rId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53.xml"/><Relationship Id="rId38" Type="http://schemas.openxmlformats.org/officeDocument/2006/relationships/slideLayout" Target="../slideLayouts/slideLayout58.xml"/><Relationship Id="rId46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61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8.xml"/><Relationship Id="rId26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109.xml"/><Relationship Id="rId21" Type="http://schemas.openxmlformats.org/officeDocument/2006/relationships/slideLayout" Target="../slideLayouts/slideLayout91.xml"/><Relationship Id="rId34" Type="http://schemas.openxmlformats.org/officeDocument/2006/relationships/slideLayout" Target="../slideLayouts/slideLayout104.xml"/><Relationship Id="rId42" Type="http://schemas.openxmlformats.org/officeDocument/2006/relationships/slideLayout" Target="../slideLayouts/slideLayout112.xml"/><Relationship Id="rId47" Type="http://schemas.openxmlformats.org/officeDocument/2006/relationships/slideLayout" Target="../slideLayouts/slideLayout117.xml"/><Relationship Id="rId50" Type="http://schemas.openxmlformats.org/officeDocument/2006/relationships/theme" Target="../theme/theme4.xml"/><Relationship Id="rId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2.xml"/><Relationship Id="rId16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102.xml"/><Relationship Id="rId37" Type="http://schemas.openxmlformats.org/officeDocument/2006/relationships/slideLayout" Target="../slideLayouts/slideLayout107.xml"/><Relationship Id="rId40" Type="http://schemas.openxmlformats.org/officeDocument/2006/relationships/slideLayout" Target="../slideLayouts/slideLayout110.xml"/><Relationship Id="rId45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93.xml"/><Relationship Id="rId28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80.xml"/><Relationship Id="rId19" Type="http://schemas.openxmlformats.org/officeDocument/2006/relationships/slideLayout" Target="../slideLayouts/slideLayout89.xml"/><Relationship Id="rId31" Type="http://schemas.openxmlformats.org/officeDocument/2006/relationships/slideLayout" Target="../slideLayouts/slideLayout101.xml"/><Relationship Id="rId44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84.xml"/><Relationship Id="rId22" Type="http://schemas.openxmlformats.org/officeDocument/2006/relationships/slideLayout" Target="../slideLayouts/slideLayout92.xml"/><Relationship Id="rId27" Type="http://schemas.openxmlformats.org/officeDocument/2006/relationships/slideLayout" Target="../slideLayouts/slideLayout97.xml"/><Relationship Id="rId30" Type="http://schemas.openxmlformats.org/officeDocument/2006/relationships/slideLayout" Target="../slideLayouts/slideLayout100.xml"/><Relationship Id="rId35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13.xml"/><Relationship Id="rId48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78.xml"/><Relationship Id="rId51" Type="http://schemas.openxmlformats.org/officeDocument/2006/relationships/image" Target="../media/image1.jpeg"/><Relationship Id="rId3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95.xml"/><Relationship Id="rId33" Type="http://schemas.openxmlformats.org/officeDocument/2006/relationships/slideLayout" Target="../slideLayouts/slideLayout103.xml"/><Relationship Id="rId38" Type="http://schemas.openxmlformats.org/officeDocument/2006/relationships/slideLayout" Target="../slideLayouts/slideLayout108.xml"/><Relationship Id="rId4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2.xml"/><Relationship Id="rId18" Type="http://schemas.openxmlformats.org/officeDocument/2006/relationships/slideLayout" Target="../slideLayouts/slideLayout137.xml"/><Relationship Id="rId26" Type="http://schemas.openxmlformats.org/officeDocument/2006/relationships/slideLayout" Target="../slideLayouts/slideLayout145.xml"/><Relationship Id="rId39" Type="http://schemas.openxmlformats.org/officeDocument/2006/relationships/slideLayout" Target="../slideLayouts/slideLayout158.xml"/><Relationship Id="rId21" Type="http://schemas.openxmlformats.org/officeDocument/2006/relationships/slideLayout" Target="../slideLayouts/slideLayout140.xml"/><Relationship Id="rId34" Type="http://schemas.openxmlformats.org/officeDocument/2006/relationships/slideLayout" Target="../slideLayouts/slideLayout153.xml"/><Relationship Id="rId42" Type="http://schemas.openxmlformats.org/officeDocument/2006/relationships/slideLayout" Target="../slideLayouts/slideLayout161.xml"/><Relationship Id="rId47" Type="http://schemas.openxmlformats.org/officeDocument/2006/relationships/slideLayout" Target="../slideLayouts/slideLayout166.xml"/><Relationship Id="rId50" Type="http://schemas.openxmlformats.org/officeDocument/2006/relationships/theme" Target="../theme/theme5.xml"/><Relationship Id="rId7" Type="http://schemas.openxmlformats.org/officeDocument/2006/relationships/slideLayout" Target="../slideLayouts/slideLayout126.xml"/><Relationship Id="rId2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35.xml"/><Relationship Id="rId29" Type="http://schemas.openxmlformats.org/officeDocument/2006/relationships/slideLayout" Target="../slideLayouts/slideLayout148.xml"/><Relationship Id="rId11" Type="http://schemas.openxmlformats.org/officeDocument/2006/relationships/slideLayout" Target="../slideLayouts/slideLayout130.xml"/><Relationship Id="rId24" Type="http://schemas.openxmlformats.org/officeDocument/2006/relationships/slideLayout" Target="../slideLayouts/slideLayout143.xml"/><Relationship Id="rId32" Type="http://schemas.openxmlformats.org/officeDocument/2006/relationships/slideLayout" Target="../slideLayouts/slideLayout151.xml"/><Relationship Id="rId37" Type="http://schemas.openxmlformats.org/officeDocument/2006/relationships/slideLayout" Target="../slideLayouts/slideLayout156.xml"/><Relationship Id="rId40" Type="http://schemas.openxmlformats.org/officeDocument/2006/relationships/slideLayout" Target="../slideLayouts/slideLayout159.xml"/><Relationship Id="rId45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24.xml"/><Relationship Id="rId15" Type="http://schemas.openxmlformats.org/officeDocument/2006/relationships/slideLayout" Target="../slideLayouts/slideLayout134.xml"/><Relationship Id="rId23" Type="http://schemas.openxmlformats.org/officeDocument/2006/relationships/slideLayout" Target="../slideLayouts/slideLayout142.xml"/><Relationship Id="rId28" Type="http://schemas.openxmlformats.org/officeDocument/2006/relationships/slideLayout" Target="../slideLayouts/slideLayout147.xml"/><Relationship Id="rId36" Type="http://schemas.openxmlformats.org/officeDocument/2006/relationships/slideLayout" Target="../slideLayouts/slideLayout155.xml"/><Relationship Id="rId49" Type="http://schemas.openxmlformats.org/officeDocument/2006/relationships/slideLayout" Target="../slideLayouts/slideLayout168.xml"/><Relationship Id="rId10" Type="http://schemas.openxmlformats.org/officeDocument/2006/relationships/slideLayout" Target="../slideLayouts/slideLayout129.xml"/><Relationship Id="rId19" Type="http://schemas.openxmlformats.org/officeDocument/2006/relationships/slideLayout" Target="../slideLayouts/slideLayout138.xml"/><Relationship Id="rId31" Type="http://schemas.openxmlformats.org/officeDocument/2006/relationships/slideLayout" Target="../slideLayouts/slideLayout150.xml"/><Relationship Id="rId44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8.xml"/><Relationship Id="rId14" Type="http://schemas.openxmlformats.org/officeDocument/2006/relationships/slideLayout" Target="../slideLayouts/slideLayout133.xml"/><Relationship Id="rId22" Type="http://schemas.openxmlformats.org/officeDocument/2006/relationships/slideLayout" Target="../slideLayouts/slideLayout141.xml"/><Relationship Id="rId27" Type="http://schemas.openxmlformats.org/officeDocument/2006/relationships/slideLayout" Target="../slideLayouts/slideLayout146.xml"/><Relationship Id="rId30" Type="http://schemas.openxmlformats.org/officeDocument/2006/relationships/slideLayout" Target="../slideLayouts/slideLayout149.xml"/><Relationship Id="rId35" Type="http://schemas.openxmlformats.org/officeDocument/2006/relationships/slideLayout" Target="../slideLayouts/slideLayout154.xml"/><Relationship Id="rId43" Type="http://schemas.openxmlformats.org/officeDocument/2006/relationships/slideLayout" Target="../slideLayouts/slideLayout162.xml"/><Relationship Id="rId48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27.xml"/><Relationship Id="rId51" Type="http://schemas.openxmlformats.org/officeDocument/2006/relationships/image" Target="../media/image1.jpeg"/><Relationship Id="rId3" Type="http://schemas.openxmlformats.org/officeDocument/2006/relationships/slideLayout" Target="../slideLayouts/slideLayout122.xml"/><Relationship Id="rId12" Type="http://schemas.openxmlformats.org/officeDocument/2006/relationships/slideLayout" Target="../slideLayouts/slideLayout131.xml"/><Relationship Id="rId17" Type="http://schemas.openxmlformats.org/officeDocument/2006/relationships/slideLayout" Target="../slideLayouts/slideLayout136.xml"/><Relationship Id="rId25" Type="http://schemas.openxmlformats.org/officeDocument/2006/relationships/slideLayout" Target="../slideLayouts/slideLayout144.xml"/><Relationship Id="rId33" Type="http://schemas.openxmlformats.org/officeDocument/2006/relationships/slideLayout" Target="../slideLayouts/slideLayout152.xml"/><Relationship Id="rId38" Type="http://schemas.openxmlformats.org/officeDocument/2006/relationships/slideLayout" Target="../slideLayouts/slideLayout157.xml"/><Relationship Id="rId46" Type="http://schemas.openxmlformats.org/officeDocument/2006/relationships/slideLayout" Target="../slideLayouts/slideLayout165.xml"/><Relationship Id="rId20" Type="http://schemas.openxmlformats.org/officeDocument/2006/relationships/slideLayout" Target="../slideLayouts/slideLayout139.xml"/><Relationship Id="rId41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2" y="535000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oppins Black"/>
              <a:buNone/>
              <a:defRPr sz="33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051" y="1245700"/>
            <a:ext cx="7713900" cy="33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●"/>
              <a:defRPr sz="13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○"/>
              <a:defRPr sz="13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oppins"/>
              <a:buChar char="■"/>
              <a:defRPr sz="13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29" r:id="rId12"/>
    <p:sldLayoutId id="2147483730" r:id="rId13"/>
    <p:sldLayoutId id="2147483731" r:id="rId14"/>
    <p:sldLayoutId id="2147483663" r:id="rId15"/>
    <p:sldLayoutId id="2147483922" r:id="rId16"/>
    <p:sldLayoutId id="2147483920" r:id="rId17"/>
    <p:sldLayoutId id="214748366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>
            <a:spLocks noGrp="1"/>
          </p:cNvSpPr>
          <p:nvPr>
            <p:ph type="title"/>
          </p:nvPr>
        </p:nvSpPr>
        <p:spPr>
          <a:xfrm>
            <a:off x="1068102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21"/>
          <p:cNvSpPr txBox="1">
            <a:spLocks noGrp="1"/>
          </p:cNvSpPr>
          <p:nvPr>
            <p:ph type="body" idx="1"/>
          </p:nvPr>
        </p:nvSpPr>
        <p:spPr>
          <a:xfrm>
            <a:off x="1068102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92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31CA77-4526-60BD-4614-F242B74D161D}"/>
              </a:ext>
            </a:extLst>
          </p:cNvPr>
          <p:cNvSpPr/>
          <p:nvPr userDrawn="1"/>
        </p:nvSpPr>
        <p:spPr>
          <a:xfrm>
            <a:off x="0" y="4676775"/>
            <a:ext cx="9144000" cy="4667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A151A-46CB-1090-446C-0EDAEF296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93894" y="4807464"/>
            <a:ext cx="409575" cy="2053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accent4"/>
                </a:solidFill>
                <a:latin typeface="+mn-lt"/>
              </a:defRPr>
            </a:lvl1pPr>
          </a:lstStyle>
          <a:p>
            <a:fld id="{5E0C3BBE-9543-48E5-A6E1-C646F9A01966}" type="slidenum">
              <a:rPr lang="en-ID" smtClean="0"/>
              <a:pPr/>
              <a:t>‹#›</a:t>
            </a:fld>
            <a:endParaRPr lang="en-ID" dirty="0"/>
          </a:p>
        </p:txBody>
      </p:sp>
      <p:sp>
        <p:nvSpPr>
          <p:cNvPr id="8" name="Title Placeholder 7">
            <a:extLst>
              <a:ext uri="{FF2B5EF4-FFF2-40B4-BE49-F238E27FC236}">
                <a16:creationId xmlns:a16="http://schemas.microsoft.com/office/drawing/2014/main" id="{E8FF3198-2DCB-4FEF-C479-8E76289E1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438150"/>
            <a:ext cx="7798594" cy="8302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489BE9-192C-49E8-B1F1-91EF667E3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369219"/>
            <a:ext cx="7798594" cy="26693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grpSp>
        <p:nvGrpSpPr>
          <p:cNvPr id="16" name="Group 15" hidden="1">
            <a:extLst>
              <a:ext uri="{FF2B5EF4-FFF2-40B4-BE49-F238E27FC236}">
                <a16:creationId xmlns:a16="http://schemas.microsoft.com/office/drawing/2014/main" id="{9CBE7AA2-3D9C-E4A5-8EC5-AE78D1FAF192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grpSp>
          <p:nvGrpSpPr>
            <p:cNvPr id="17" name="Group 16" hidden="1">
              <a:extLst>
                <a:ext uri="{FF2B5EF4-FFF2-40B4-BE49-F238E27FC236}">
                  <a16:creationId xmlns:a16="http://schemas.microsoft.com/office/drawing/2014/main" id="{DC1AF556-CC80-A678-A2D5-5C8C86BAAE45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19" name="Rectangle 18" hidden="1">
                <a:extLst>
                  <a:ext uri="{FF2B5EF4-FFF2-40B4-BE49-F238E27FC236}">
                    <a16:creationId xmlns:a16="http://schemas.microsoft.com/office/drawing/2014/main" id="{F152FD21-286B-1EF4-488B-A51A1DBD5450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20" name="Rectangle 19" hidden="1">
                <a:extLst>
                  <a:ext uri="{FF2B5EF4-FFF2-40B4-BE49-F238E27FC236}">
                    <a16:creationId xmlns:a16="http://schemas.microsoft.com/office/drawing/2014/main" id="{8BF54D69-F9E7-0DE6-C3A7-60EE2CD7A944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21" name="Rectangle 20" hidden="1">
                <a:extLst>
                  <a:ext uri="{FF2B5EF4-FFF2-40B4-BE49-F238E27FC236}">
                    <a16:creationId xmlns:a16="http://schemas.microsoft.com/office/drawing/2014/main" id="{6B753A8C-3034-646A-9496-4E86765F30FA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22" name="Rectangle 21" hidden="1">
                <a:extLst>
                  <a:ext uri="{FF2B5EF4-FFF2-40B4-BE49-F238E27FC236}">
                    <a16:creationId xmlns:a16="http://schemas.microsoft.com/office/drawing/2014/main" id="{F5A778D6-81DE-8B52-4635-AF9B44897873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23" name="Rectangle 22" hidden="1">
                <a:extLst>
                  <a:ext uri="{FF2B5EF4-FFF2-40B4-BE49-F238E27FC236}">
                    <a16:creationId xmlns:a16="http://schemas.microsoft.com/office/drawing/2014/main" id="{6FD8563E-664B-9D68-5E75-8203C4796A0B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24" name="Rectangle 23" hidden="1">
                <a:extLst>
                  <a:ext uri="{FF2B5EF4-FFF2-40B4-BE49-F238E27FC236}">
                    <a16:creationId xmlns:a16="http://schemas.microsoft.com/office/drawing/2014/main" id="{42D21107-5BDC-FC32-29DD-C1E608644F37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sp>
          <p:nvSpPr>
            <p:cNvPr id="18" name="Frame 17" hidden="1">
              <a:extLst>
                <a:ext uri="{FF2B5EF4-FFF2-40B4-BE49-F238E27FC236}">
                  <a16:creationId xmlns:a16="http://schemas.microsoft.com/office/drawing/2014/main" id="{82A4C640-D8FF-346F-1885-79B3B285F1FF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6C1C88-2ECB-FD04-A6A6-62C080CC9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150" y="4773216"/>
            <a:ext cx="4076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GB" sz="900">
                <a:solidFill>
                  <a:schemeClr val="accent4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651" y="4782899"/>
            <a:ext cx="1907381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44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911" r:id="rId2"/>
    <p:sldLayoutId id="2147483907" r:id="rId3"/>
    <p:sldLayoutId id="2147483926" r:id="rId4"/>
    <p:sldLayoutId id="2147483912" r:id="rId5"/>
    <p:sldLayoutId id="2147483913" r:id="rId6"/>
    <p:sldLayoutId id="2147483933" r:id="rId7"/>
    <p:sldLayoutId id="2147483704" r:id="rId8"/>
    <p:sldLayoutId id="2147483909" r:id="rId9"/>
    <p:sldLayoutId id="2147483914" r:id="rId10"/>
    <p:sldLayoutId id="2147483915" r:id="rId11"/>
    <p:sldLayoutId id="2147483939" r:id="rId12"/>
    <p:sldLayoutId id="2147483898" r:id="rId13"/>
    <p:sldLayoutId id="2147483938" r:id="rId14"/>
    <p:sldLayoutId id="2147483916" r:id="rId15"/>
    <p:sldLayoutId id="2147483917" r:id="rId16"/>
    <p:sldLayoutId id="2147483918" r:id="rId17"/>
    <p:sldLayoutId id="2147483919" r:id="rId18"/>
    <p:sldLayoutId id="2147483925" r:id="rId19"/>
    <p:sldLayoutId id="2147483720" r:id="rId20"/>
    <p:sldLayoutId id="2147483721" r:id="rId21"/>
    <p:sldLayoutId id="2147483722" r:id="rId22"/>
    <p:sldLayoutId id="2147483897" r:id="rId23"/>
    <p:sldLayoutId id="2147483932" r:id="rId24"/>
    <p:sldLayoutId id="2147483927" r:id="rId25"/>
    <p:sldLayoutId id="2147483683" r:id="rId26"/>
    <p:sldLayoutId id="2147483929" r:id="rId27"/>
    <p:sldLayoutId id="2147483684" r:id="rId28"/>
    <p:sldLayoutId id="2147483928" r:id="rId29"/>
    <p:sldLayoutId id="2147483900" r:id="rId30"/>
    <p:sldLayoutId id="2147483903" r:id="rId31"/>
    <p:sldLayoutId id="2147483727" r:id="rId32"/>
    <p:sldLayoutId id="2147483904" r:id="rId33"/>
    <p:sldLayoutId id="2147483728" r:id="rId34"/>
    <p:sldLayoutId id="2147483685" r:id="rId35"/>
    <p:sldLayoutId id="2147483934" r:id="rId36"/>
    <p:sldLayoutId id="2147483935" r:id="rId37"/>
    <p:sldLayoutId id="2147483690" r:id="rId38"/>
    <p:sldLayoutId id="2147483936" r:id="rId39"/>
    <p:sldLayoutId id="2147483937" r:id="rId40"/>
    <p:sldLayoutId id="2147483908" r:id="rId41"/>
    <p:sldLayoutId id="2147483905" r:id="rId42"/>
    <p:sldLayoutId id="2147483924" r:id="rId43"/>
    <p:sldLayoutId id="2147483930" r:id="rId44"/>
    <p:sldLayoutId id="2147483899" r:id="rId45"/>
    <p:sldLayoutId id="2147483901" r:id="rId46"/>
    <p:sldLayoutId id="2147483902" r:id="rId47"/>
    <p:sldLayoutId id="2147483906" r:id="rId48"/>
    <p:sldLayoutId id="2147483931" r:id="rId49"/>
    <p:sldLayoutId id="2147483910" r:id="rId50"/>
  </p:sldLayoutIdLst>
  <p:hf hd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indent="0" algn="l" defTabSz="914446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8" userDrawn="1">
          <p15:clr>
            <a:srgbClr val="F26B43"/>
          </p15:clr>
        </p15:guide>
        <p15:guide id="2" pos="5483" userDrawn="1">
          <p15:clr>
            <a:srgbClr val="F26B43"/>
          </p15:clr>
        </p15:guide>
        <p15:guide id="3" orient="horz" pos="276" userDrawn="1">
          <p15:clr>
            <a:srgbClr val="F26B43"/>
          </p15:clr>
        </p15:guide>
        <p15:guide id="5" orient="horz" pos="2946" userDrawn="1">
          <p15:clr>
            <a:srgbClr val="F26B43"/>
          </p15:clr>
        </p15:guide>
        <p15:guide id="6" orient="horz" pos="1620" userDrawn="1">
          <p15:clr>
            <a:srgbClr val="F26B43"/>
          </p15:clr>
        </p15:guide>
        <p15:guide id="7" pos="958" userDrawn="1">
          <p15:clr>
            <a:srgbClr val="F26B43"/>
          </p15:clr>
        </p15:guide>
        <p15:guide id="8" pos="1928" userDrawn="1">
          <p15:clr>
            <a:srgbClr val="F26B43"/>
          </p15:clr>
        </p15:guide>
        <p15:guide id="9" pos="2880" userDrawn="1">
          <p15:clr>
            <a:srgbClr val="F26B43"/>
          </p15:clr>
        </p15:guide>
        <p15:guide id="10" pos="3833" userDrawn="1">
          <p15:clr>
            <a:srgbClr val="F26B43"/>
          </p15:clr>
        </p15:guide>
        <p15:guide id="11" pos="4802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 hidden="1">
            <a:extLst>
              <a:ext uri="{FF2B5EF4-FFF2-40B4-BE49-F238E27FC236}">
                <a16:creationId xmlns:a16="http://schemas.microsoft.com/office/drawing/2014/main" id="{2B8E0697-403D-D5C2-0A51-9FA66EA1B72A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grpSp>
          <p:nvGrpSpPr>
            <p:cNvPr id="5" name="Group 4" hidden="1">
              <a:extLst>
                <a:ext uri="{FF2B5EF4-FFF2-40B4-BE49-F238E27FC236}">
                  <a16:creationId xmlns:a16="http://schemas.microsoft.com/office/drawing/2014/main" id="{86F42B89-FE7C-D214-D9AE-FB7CA0DF9F80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7" name="Rectangle 6" hidden="1">
                <a:extLst>
                  <a:ext uri="{FF2B5EF4-FFF2-40B4-BE49-F238E27FC236}">
                    <a16:creationId xmlns:a16="http://schemas.microsoft.com/office/drawing/2014/main" id="{6CC6AFB1-B75B-D588-7378-CBD591940046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3" name="Rectangle 7" hidden="1">
                <a:extLst>
                  <a:ext uri="{FF2B5EF4-FFF2-40B4-BE49-F238E27FC236}">
                    <a16:creationId xmlns:a16="http://schemas.microsoft.com/office/drawing/2014/main" id="{F3DDA3D8-2647-1660-E9D3-9427081EDFEB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9" name="Rectangle 8" hidden="1">
                <a:extLst>
                  <a:ext uri="{FF2B5EF4-FFF2-40B4-BE49-F238E27FC236}">
                    <a16:creationId xmlns:a16="http://schemas.microsoft.com/office/drawing/2014/main" id="{71828DF8-3249-0C29-D169-015E44C92D46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0" name="Rectangle 9" hidden="1">
                <a:extLst>
                  <a:ext uri="{FF2B5EF4-FFF2-40B4-BE49-F238E27FC236}">
                    <a16:creationId xmlns:a16="http://schemas.microsoft.com/office/drawing/2014/main" id="{267F813C-78EB-7AC8-FC45-4F562779C48F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1" name="Rectangle 10" hidden="1">
                <a:extLst>
                  <a:ext uri="{FF2B5EF4-FFF2-40B4-BE49-F238E27FC236}">
                    <a16:creationId xmlns:a16="http://schemas.microsoft.com/office/drawing/2014/main" id="{B324A7B6-279A-79F0-ABCB-3E16D381375E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2" name="Rectangle 11" hidden="1">
                <a:extLst>
                  <a:ext uri="{FF2B5EF4-FFF2-40B4-BE49-F238E27FC236}">
                    <a16:creationId xmlns:a16="http://schemas.microsoft.com/office/drawing/2014/main" id="{1526923E-7413-7340-99E3-DA0A4840EBD8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sp>
          <p:nvSpPr>
            <p:cNvPr id="6" name="Frame 5" hidden="1">
              <a:extLst>
                <a:ext uri="{FF2B5EF4-FFF2-40B4-BE49-F238E27FC236}">
                  <a16:creationId xmlns:a16="http://schemas.microsoft.com/office/drawing/2014/main" id="{FDF64820-FEB4-D058-0017-D1278CF90449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CAB1D-7C61-B1A0-AB2C-B508F7890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147" y="411957"/>
            <a:ext cx="8317707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98A34-8A43-A6AC-9593-C4AE4F032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147" y="1406129"/>
            <a:ext cx="8317707" cy="33254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Click to edit Master text styles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651" y="4782899"/>
            <a:ext cx="1907381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6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880" r:id="rId2"/>
    <p:sldLayoutId id="2147483881" r:id="rId3"/>
    <p:sldLayoutId id="2147483857" r:id="rId4"/>
    <p:sldLayoutId id="2147483882" r:id="rId5"/>
    <p:sldLayoutId id="2147483883" r:id="rId6"/>
    <p:sldLayoutId id="2147483817" r:id="rId7"/>
    <p:sldLayoutId id="2147483875" r:id="rId8"/>
    <p:sldLayoutId id="2147483868" r:id="rId9"/>
    <p:sldLayoutId id="2147483886" r:id="rId10"/>
    <p:sldLayoutId id="2147483887" r:id="rId11"/>
    <p:sldLayoutId id="2147483874" r:id="rId12"/>
    <p:sldLayoutId id="2147483873" r:id="rId13"/>
    <p:sldLayoutId id="2147483872" r:id="rId14"/>
    <p:sldLayoutId id="2147483884" r:id="rId15"/>
    <p:sldLayoutId id="2147483885" r:id="rId16"/>
    <p:sldLayoutId id="2147483888" r:id="rId17"/>
    <p:sldLayoutId id="2147483889" r:id="rId18"/>
    <p:sldLayoutId id="2147483890" r:id="rId19"/>
    <p:sldLayoutId id="2147483891" r:id="rId20"/>
    <p:sldLayoutId id="2147483892" r:id="rId21"/>
    <p:sldLayoutId id="2147483893" r:id="rId22"/>
    <p:sldLayoutId id="2147483805" r:id="rId23"/>
    <p:sldLayoutId id="2147483814" r:id="rId24"/>
    <p:sldLayoutId id="2147483858" r:id="rId25"/>
    <p:sldLayoutId id="2147483850" r:id="rId26"/>
    <p:sldLayoutId id="2147483834" r:id="rId27"/>
    <p:sldLayoutId id="2147483809" r:id="rId28"/>
    <p:sldLayoutId id="2147483894" r:id="rId29"/>
    <p:sldLayoutId id="2147483811" r:id="rId30"/>
    <p:sldLayoutId id="2147483851" r:id="rId31"/>
    <p:sldLayoutId id="2147483869" r:id="rId32"/>
    <p:sldLayoutId id="2147483895" r:id="rId33"/>
    <p:sldLayoutId id="2147483852" r:id="rId34"/>
    <p:sldLayoutId id="2147483853" r:id="rId35"/>
    <p:sldLayoutId id="2147483854" r:id="rId36"/>
    <p:sldLayoutId id="2147483855" r:id="rId37"/>
    <p:sldLayoutId id="2147483870" r:id="rId38"/>
    <p:sldLayoutId id="2147483871" r:id="rId39"/>
    <p:sldLayoutId id="2147483864" r:id="rId40"/>
    <p:sldLayoutId id="2147483865" r:id="rId41"/>
    <p:sldLayoutId id="2147483866" r:id="rId42"/>
    <p:sldLayoutId id="2147483867" r:id="rId43"/>
    <p:sldLayoutId id="2147483876" r:id="rId44"/>
    <p:sldLayoutId id="2147483877" r:id="rId45"/>
    <p:sldLayoutId id="2147483878" r:id="rId46"/>
    <p:sldLayoutId id="2147483879" r:id="rId47"/>
    <p:sldLayoutId id="2147483859" r:id="rId48"/>
    <p:sldLayoutId id="2147483860" r:id="rId4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5" indent="0" algn="l" defTabSz="914377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76" userDrawn="1">
          <p15:clr>
            <a:srgbClr val="F26B43"/>
          </p15:clr>
        </p15:guide>
        <p15:guide id="4" pos="278" userDrawn="1">
          <p15:clr>
            <a:srgbClr val="F26B43"/>
          </p15:clr>
        </p15:guide>
        <p15:guide id="5" pos="5483" userDrawn="1">
          <p15:clr>
            <a:srgbClr val="F26B43"/>
          </p15:clr>
        </p15:guide>
        <p15:guide id="6" orient="horz" pos="2964" userDrawn="1">
          <p15:clr>
            <a:srgbClr val="F26B43"/>
          </p15:clr>
        </p15:guide>
        <p15:guide id="7" pos="958" userDrawn="1">
          <p15:clr>
            <a:srgbClr val="F26B43"/>
          </p15:clr>
        </p15:guide>
        <p15:guide id="8" pos="1928" userDrawn="1">
          <p15:clr>
            <a:srgbClr val="F26B43"/>
          </p15:clr>
        </p15:guide>
        <p15:guide id="9" pos="3833" userDrawn="1">
          <p15:clr>
            <a:srgbClr val="F26B43"/>
          </p15:clr>
        </p15:guide>
        <p15:guide id="10" pos="4802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C769-5B6E-5C22-9516-5D7BE462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90F5-D493-CE67-ED1B-D761BFA6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225E-A593-BBE5-FA35-2952DE6D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0E95-9162-1956-4897-1AA052698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 hidden="1">
            <a:extLst>
              <a:ext uri="{FF2B5EF4-FFF2-40B4-BE49-F238E27FC236}">
                <a16:creationId xmlns:a16="http://schemas.microsoft.com/office/drawing/2014/main" id="{92FAE72C-82F9-63EA-E047-125229D746DE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grpSp>
          <p:nvGrpSpPr>
            <p:cNvPr id="7" name="Group 6" hidden="1">
              <a:extLst>
                <a:ext uri="{FF2B5EF4-FFF2-40B4-BE49-F238E27FC236}">
                  <a16:creationId xmlns:a16="http://schemas.microsoft.com/office/drawing/2014/main" id="{2783FDA6-B880-12D1-F0DF-F65463525311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6858000"/>
              <a:chOff x="0" y="0"/>
              <a:chExt cx="5166360" cy="6858000"/>
            </a:xfrm>
            <a:noFill/>
          </p:grpSpPr>
          <p:sp>
            <p:nvSpPr>
              <p:cNvPr id="9" name="Rectangle 8" hidden="1">
                <a:extLst>
                  <a:ext uri="{FF2B5EF4-FFF2-40B4-BE49-F238E27FC236}">
                    <a16:creationId xmlns:a16="http://schemas.microsoft.com/office/drawing/2014/main" id="{F3FB1A56-AC44-3AC8-87A5-872AC4A90ABE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0" name="Rectangle 9" hidden="1">
                <a:extLst>
                  <a:ext uri="{FF2B5EF4-FFF2-40B4-BE49-F238E27FC236}">
                    <a16:creationId xmlns:a16="http://schemas.microsoft.com/office/drawing/2014/main" id="{6E2D1C13-7C92-62FB-45D9-9953EC36A6AD}"/>
                  </a:ext>
                </a:extLst>
              </p:cNvPr>
              <p:cNvSpPr/>
              <p:nvPr userDrawn="1"/>
            </p:nvSpPr>
            <p:spPr>
              <a:xfrm>
                <a:off x="86106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1" name="Rectangle 10" hidden="1">
                <a:extLst>
                  <a:ext uri="{FF2B5EF4-FFF2-40B4-BE49-F238E27FC236}">
                    <a16:creationId xmlns:a16="http://schemas.microsoft.com/office/drawing/2014/main" id="{604F73FA-93CA-86AA-4012-1C081C51CA92}"/>
                  </a:ext>
                </a:extLst>
              </p:cNvPr>
              <p:cNvSpPr/>
              <p:nvPr userDrawn="1"/>
            </p:nvSpPr>
            <p:spPr>
              <a:xfrm>
                <a:off x="172212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2" name="Rectangle 11" hidden="1">
                <a:extLst>
                  <a:ext uri="{FF2B5EF4-FFF2-40B4-BE49-F238E27FC236}">
                    <a16:creationId xmlns:a16="http://schemas.microsoft.com/office/drawing/2014/main" id="{E11C4BE9-3395-6EBF-1736-876AE6CA5899}"/>
                  </a:ext>
                </a:extLst>
              </p:cNvPr>
              <p:cNvSpPr/>
              <p:nvPr userDrawn="1"/>
            </p:nvSpPr>
            <p:spPr>
              <a:xfrm>
                <a:off x="258318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3" name="Rectangle 12" hidden="1">
                <a:extLst>
                  <a:ext uri="{FF2B5EF4-FFF2-40B4-BE49-F238E27FC236}">
                    <a16:creationId xmlns:a16="http://schemas.microsoft.com/office/drawing/2014/main" id="{A7429E2A-937D-ABD5-C743-BA1A6F11C542}"/>
                  </a:ext>
                </a:extLst>
              </p:cNvPr>
              <p:cNvSpPr/>
              <p:nvPr userDrawn="1"/>
            </p:nvSpPr>
            <p:spPr>
              <a:xfrm>
                <a:off x="344424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  <p:sp>
            <p:nvSpPr>
              <p:cNvPr id="14" name="Rectangle 13" hidden="1">
                <a:extLst>
                  <a:ext uri="{FF2B5EF4-FFF2-40B4-BE49-F238E27FC236}">
                    <a16:creationId xmlns:a16="http://schemas.microsoft.com/office/drawing/2014/main" id="{F814B45D-6D67-5DE1-FAC9-ADD01AD86BA5}"/>
                  </a:ext>
                </a:extLst>
              </p:cNvPr>
              <p:cNvSpPr/>
              <p:nvPr userDrawn="1"/>
            </p:nvSpPr>
            <p:spPr>
              <a:xfrm>
                <a:off x="4305300" y="0"/>
                <a:ext cx="861060" cy="685800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350"/>
              </a:p>
            </p:txBody>
          </p:sp>
        </p:grpSp>
        <p:sp>
          <p:nvSpPr>
            <p:cNvPr id="15" name="Frame 7" hidden="1">
              <a:extLst>
                <a:ext uri="{FF2B5EF4-FFF2-40B4-BE49-F238E27FC236}">
                  <a16:creationId xmlns:a16="http://schemas.microsoft.com/office/drawing/2014/main" id="{1DC1DDE1-81D0-FC9A-3287-7D3238A124C9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frame">
              <a:avLst>
                <a:gd name="adj1" fmla="val 861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schemeClr val="tx1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2651" y="4782899"/>
            <a:ext cx="1907381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0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703" r:id="rId2"/>
    <p:sldLayoutId id="2147483705" r:id="rId3"/>
    <p:sldLayoutId id="2147483681" r:id="rId4"/>
    <p:sldLayoutId id="2147483706" r:id="rId5"/>
    <p:sldLayoutId id="2147483707" r:id="rId6"/>
    <p:sldLayoutId id="2147483682" r:id="rId7"/>
    <p:sldLayoutId id="2147483698" r:id="rId8"/>
    <p:sldLayoutId id="2147483691" r:id="rId9"/>
    <p:sldLayoutId id="2147483708" r:id="rId10"/>
    <p:sldLayoutId id="2147483709" r:id="rId11"/>
    <p:sldLayoutId id="2147483696" r:id="rId12"/>
    <p:sldLayoutId id="2147483697" r:id="rId13"/>
    <p:sldLayoutId id="2147483695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673" r:id="rId23"/>
    <p:sldLayoutId id="2147483718" r:id="rId24"/>
    <p:sldLayoutId id="2147483672" r:id="rId25"/>
    <p:sldLayoutId id="2147483665" r:id="rId26"/>
    <p:sldLayoutId id="2147483676" r:id="rId27"/>
    <p:sldLayoutId id="2147483668" r:id="rId28"/>
    <p:sldLayoutId id="2147483664" r:id="rId29"/>
    <p:sldLayoutId id="2147483675" r:id="rId30"/>
    <p:sldLayoutId id="2147483669" r:id="rId31"/>
    <p:sldLayoutId id="2147483692" r:id="rId32"/>
    <p:sldLayoutId id="2147483719" r:id="rId33"/>
    <p:sldLayoutId id="2147483677" r:id="rId34"/>
    <p:sldLayoutId id="2147483679" r:id="rId35"/>
    <p:sldLayoutId id="2147483678" r:id="rId36"/>
    <p:sldLayoutId id="2147483680" r:id="rId37"/>
    <p:sldLayoutId id="2147483693" r:id="rId38"/>
    <p:sldLayoutId id="2147483694" r:id="rId39"/>
    <p:sldLayoutId id="2147483686" r:id="rId40"/>
    <p:sldLayoutId id="2147483687" r:id="rId41"/>
    <p:sldLayoutId id="2147483688" r:id="rId42"/>
    <p:sldLayoutId id="2147483689" r:id="rId43"/>
    <p:sldLayoutId id="2147483699" r:id="rId44"/>
    <p:sldLayoutId id="2147483700" r:id="rId45"/>
    <p:sldLayoutId id="2147483701" r:id="rId46"/>
    <p:sldLayoutId id="2147483702" r:id="rId47"/>
    <p:sldLayoutId id="2147483670" r:id="rId48"/>
    <p:sldLayoutId id="2147483671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4802" userDrawn="1">
          <p15:clr>
            <a:srgbClr val="F26B43"/>
          </p15:clr>
        </p15:guide>
        <p15:guide id="4" pos="5483" userDrawn="1">
          <p15:clr>
            <a:srgbClr val="F26B43"/>
          </p15:clr>
        </p15:guide>
        <p15:guide id="5" pos="278" userDrawn="1">
          <p15:clr>
            <a:srgbClr val="F26B43"/>
          </p15:clr>
        </p15:guide>
        <p15:guide id="6" pos="3833" userDrawn="1">
          <p15:clr>
            <a:srgbClr val="F26B43"/>
          </p15:clr>
        </p15:guide>
        <p15:guide id="7" pos="1928" userDrawn="1">
          <p15:clr>
            <a:srgbClr val="F26B43"/>
          </p15:clr>
        </p15:guide>
        <p15:guide id="8" pos="958" userDrawn="1">
          <p15:clr>
            <a:srgbClr val="F26B43"/>
          </p15:clr>
        </p15:guide>
        <p15:guide id="9" orient="horz" pos="276" userDrawn="1">
          <p15:clr>
            <a:srgbClr val="F26B43"/>
          </p15:clr>
        </p15:guide>
        <p15:guide id="10" orient="horz" pos="29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mlr.press/v195/hanna23a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5.03784" TargetMode="External"/><Relationship Id="rId2" Type="http://schemas.openxmlformats.org/officeDocument/2006/relationships/hyperlink" Target="https://repository.tudelft.nl/record/uuid:9886f249-60dc-4d69-8055-49edf5b4350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24"/>
          <p:cNvGrpSpPr/>
          <p:nvPr/>
        </p:nvGrpSpPr>
        <p:grpSpPr>
          <a:xfrm>
            <a:off x="4716039" y="1424420"/>
            <a:ext cx="3715855" cy="2286607"/>
            <a:chOff x="5467825" y="2094550"/>
            <a:chExt cx="2061500" cy="1268575"/>
          </a:xfrm>
        </p:grpSpPr>
        <p:sp>
          <p:nvSpPr>
            <p:cNvPr id="183" name="Google Shape;183;p24"/>
            <p:cNvSpPr/>
            <p:nvPr/>
          </p:nvSpPr>
          <p:spPr>
            <a:xfrm>
              <a:off x="5467825" y="2094550"/>
              <a:ext cx="2061500" cy="1268575"/>
            </a:xfrm>
            <a:custGeom>
              <a:avLst/>
              <a:gdLst/>
              <a:ahLst/>
              <a:cxnLst/>
              <a:rect l="l" t="t" r="r" b="b"/>
              <a:pathLst>
                <a:path w="82460" h="50743" extrusionOk="0">
                  <a:moveTo>
                    <a:pt x="19385" y="1"/>
                  </a:moveTo>
                  <a:cubicBezTo>
                    <a:pt x="17341" y="1"/>
                    <a:pt x="15618" y="550"/>
                    <a:pt x="14182" y="2015"/>
                  </a:cubicBezTo>
                  <a:cubicBezTo>
                    <a:pt x="9797" y="6487"/>
                    <a:pt x="18316" y="15851"/>
                    <a:pt x="8645" y="24788"/>
                  </a:cubicBezTo>
                  <a:cubicBezTo>
                    <a:pt x="1" y="32773"/>
                    <a:pt x="7034" y="48410"/>
                    <a:pt x="14340" y="50742"/>
                  </a:cubicBezTo>
                  <a:lnTo>
                    <a:pt x="55177" y="50742"/>
                  </a:lnTo>
                  <a:lnTo>
                    <a:pt x="66004" y="50665"/>
                  </a:lnTo>
                  <a:cubicBezTo>
                    <a:pt x="82460" y="34600"/>
                    <a:pt x="79416" y="4079"/>
                    <a:pt x="58355" y="4079"/>
                  </a:cubicBezTo>
                  <a:cubicBezTo>
                    <a:pt x="57195" y="4079"/>
                    <a:pt x="55980" y="4171"/>
                    <a:pt x="54710" y="4364"/>
                  </a:cubicBezTo>
                  <a:cubicBezTo>
                    <a:pt x="52095" y="4762"/>
                    <a:pt x="49614" y="4929"/>
                    <a:pt x="47261" y="4929"/>
                  </a:cubicBezTo>
                  <a:cubicBezTo>
                    <a:pt x="34504" y="4929"/>
                    <a:pt x="25507" y="1"/>
                    <a:pt x="193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84" name="Google Shape;184;p24"/>
            <p:cNvSpPr/>
            <p:nvPr/>
          </p:nvSpPr>
          <p:spPr>
            <a:xfrm>
              <a:off x="7030925" y="2165350"/>
              <a:ext cx="315075" cy="259175"/>
            </a:xfrm>
            <a:custGeom>
              <a:avLst/>
              <a:gdLst/>
              <a:ahLst/>
              <a:cxnLst/>
              <a:rect l="l" t="t" r="r" b="b"/>
              <a:pathLst>
                <a:path w="12603" h="10367" extrusionOk="0">
                  <a:moveTo>
                    <a:pt x="153" y="1"/>
                  </a:moveTo>
                  <a:cubicBezTo>
                    <a:pt x="43" y="1"/>
                    <a:pt x="1" y="172"/>
                    <a:pt x="119" y="191"/>
                  </a:cubicBezTo>
                  <a:cubicBezTo>
                    <a:pt x="5663" y="1104"/>
                    <a:pt x="10437" y="5028"/>
                    <a:pt x="12387" y="10300"/>
                  </a:cubicBezTo>
                  <a:cubicBezTo>
                    <a:pt x="12404" y="10346"/>
                    <a:pt x="12444" y="10366"/>
                    <a:pt x="12483" y="10366"/>
                  </a:cubicBezTo>
                  <a:cubicBezTo>
                    <a:pt x="12544" y="10366"/>
                    <a:pt x="12603" y="10319"/>
                    <a:pt x="12576" y="10248"/>
                  </a:cubicBezTo>
                  <a:cubicBezTo>
                    <a:pt x="10602" y="4914"/>
                    <a:pt x="5786" y="927"/>
                    <a:pt x="171" y="3"/>
                  </a:cubicBezTo>
                  <a:cubicBezTo>
                    <a:pt x="165" y="1"/>
                    <a:pt x="159" y="1"/>
                    <a:pt x="1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85" name="Google Shape;185;p24"/>
            <p:cNvSpPr/>
            <p:nvPr/>
          </p:nvSpPr>
          <p:spPr>
            <a:xfrm>
              <a:off x="5691900" y="2431450"/>
              <a:ext cx="94600" cy="233775"/>
            </a:xfrm>
            <a:custGeom>
              <a:avLst/>
              <a:gdLst/>
              <a:ahLst/>
              <a:cxnLst/>
              <a:rect l="l" t="t" r="r" b="b"/>
              <a:pathLst>
                <a:path w="3784" h="9351" extrusionOk="0">
                  <a:moveTo>
                    <a:pt x="3649" y="0"/>
                  </a:moveTo>
                  <a:cubicBezTo>
                    <a:pt x="3600" y="0"/>
                    <a:pt x="3552" y="32"/>
                    <a:pt x="3553" y="95"/>
                  </a:cubicBezTo>
                  <a:cubicBezTo>
                    <a:pt x="3586" y="3470"/>
                    <a:pt x="2350" y="6695"/>
                    <a:pt x="66" y="9181"/>
                  </a:cubicBezTo>
                  <a:cubicBezTo>
                    <a:pt x="0" y="9252"/>
                    <a:pt x="66" y="9350"/>
                    <a:pt x="139" y="9350"/>
                  </a:cubicBezTo>
                  <a:cubicBezTo>
                    <a:pt x="161" y="9350"/>
                    <a:pt x="183" y="9341"/>
                    <a:pt x="203" y="9320"/>
                  </a:cubicBezTo>
                  <a:cubicBezTo>
                    <a:pt x="2523" y="6796"/>
                    <a:pt x="3783" y="3521"/>
                    <a:pt x="3748" y="95"/>
                  </a:cubicBezTo>
                  <a:cubicBezTo>
                    <a:pt x="3748" y="32"/>
                    <a:pt x="3698" y="0"/>
                    <a:pt x="36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86" name="Google Shape;186;p24"/>
            <p:cNvSpPr/>
            <p:nvPr/>
          </p:nvSpPr>
          <p:spPr>
            <a:xfrm>
              <a:off x="7190675" y="3091725"/>
              <a:ext cx="138250" cy="226575"/>
            </a:xfrm>
            <a:custGeom>
              <a:avLst/>
              <a:gdLst/>
              <a:ahLst/>
              <a:cxnLst/>
              <a:rect l="l" t="t" r="r" b="b"/>
              <a:pathLst>
                <a:path w="5530" h="9063" extrusionOk="0">
                  <a:moveTo>
                    <a:pt x="5411" y="1"/>
                  </a:moveTo>
                  <a:cubicBezTo>
                    <a:pt x="5371" y="1"/>
                    <a:pt x="5332" y="21"/>
                    <a:pt x="5316" y="68"/>
                  </a:cubicBezTo>
                  <a:cubicBezTo>
                    <a:pt x="4186" y="3351"/>
                    <a:pt x="2411" y="6332"/>
                    <a:pt x="66" y="8894"/>
                  </a:cubicBezTo>
                  <a:cubicBezTo>
                    <a:pt x="0" y="8965"/>
                    <a:pt x="65" y="9063"/>
                    <a:pt x="138" y="9063"/>
                  </a:cubicBezTo>
                  <a:cubicBezTo>
                    <a:pt x="160" y="9063"/>
                    <a:pt x="183" y="9053"/>
                    <a:pt x="203" y="9031"/>
                  </a:cubicBezTo>
                  <a:cubicBezTo>
                    <a:pt x="2570" y="6448"/>
                    <a:pt x="4364" y="3434"/>
                    <a:pt x="5504" y="121"/>
                  </a:cubicBezTo>
                  <a:cubicBezTo>
                    <a:pt x="5529" y="48"/>
                    <a:pt x="5470" y="1"/>
                    <a:pt x="54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</p:grpSp>
      <p:sp>
        <p:nvSpPr>
          <p:cNvPr id="187" name="Google Shape;187;p24"/>
          <p:cNvSpPr txBox="1">
            <a:spLocks noGrp="1"/>
          </p:cNvSpPr>
          <p:nvPr>
            <p:ph type="ctrTitle"/>
          </p:nvPr>
        </p:nvSpPr>
        <p:spPr>
          <a:xfrm>
            <a:off x="825632" y="1288553"/>
            <a:ext cx="3893701" cy="1408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000" dirty="0"/>
              <a:t> </a:t>
            </a:r>
            <a:r>
              <a:rPr lang="en-IN" sz="2000" dirty="0"/>
              <a:t>Contextual Bandit Learning: Exploration and Exploitation with Context </a:t>
            </a:r>
            <a:endParaRPr sz="400" dirty="0"/>
          </a:p>
        </p:txBody>
      </p:sp>
      <p:grpSp>
        <p:nvGrpSpPr>
          <p:cNvPr id="188" name="Google Shape;188;p24"/>
          <p:cNvGrpSpPr/>
          <p:nvPr/>
        </p:nvGrpSpPr>
        <p:grpSpPr>
          <a:xfrm>
            <a:off x="5271272" y="1427347"/>
            <a:ext cx="2546216" cy="2225457"/>
            <a:chOff x="3720050" y="2029925"/>
            <a:chExt cx="1529075" cy="1336450"/>
          </a:xfrm>
        </p:grpSpPr>
        <p:sp>
          <p:nvSpPr>
            <p:cNvPr id="189" name="Google Shape;189;p24"/>
            <p:cNvSpPr/>
            <p:nvPr/>
          </p:nvSpPr>
          <p:spPr>
            <a:xfrm>
              <a:off x="3760625" y="3361075"/>
              <a:ext cx="1438825" cy="5300"/>
            </a:xfrm>
            <a:custGeom>
              <a:avLst/>
              <a:gdLst/>
              <a:ahLst/>
              <a:cxnLst/>
              <a:rect l="l" t="t" r="r" b="b"/>
              <a:pathLst>
                <a:path w="57553" h="212" extrusionOk="0">
                  <a:moveTo>
                    <a:pt x="112" y="0"/>
                  </a:moveTo>
                  <a:cubicBezTo>
                    <a:pt x="50" y="0"/>
                    <a:pt x="0" y="48"/>
                    <a:pt x="0" y="106"/>
                  </a:cubicBezTo>
                  <a:cubicBezTo>
                    <a:pt x="0" y="164"/>
                    <a:pt x="50" y="212"/>
                    <a:pt x="112" y="212"/>
                  </a:cubicBezTo>
                  <a:lnTo>
                    <a:pt x="57441" y="212"/>
                  </a:lnTo>
                  <a:cubicBezTo>
                    <a:pt x="57503" y="212"/>
                    <a:pt x="57552" y="165"/>
                    <a:pt x="57552" y="106"/>
                  </a:cubicBezTo>
                  <a:cubicBezTo>
                    <a:pt x="57552" y="48"/>
                    <a:pt x="57502" y="0"/>
                    <a:pt x="57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90" name="Google Shape;190;p24"/>
            <p:cNvSpPr/>
            <p:nvPr/>
          </p:nvSpPr>
          <p:spPr>
            <a:xfrm>
              <a:off x="4329600" y="2029925"/>
              <a:ext cx="674775" cy="926550"/>
            </a:xfrm>
            <a:custGeom>
              <a:avLst/>
              <a:gdLst/>
              <a:ahLst/>
              <a:cxnLst/>
              <a:rect l="l" t="t" r="r" b="b"/>
              <a:pathLst>
                <a:path w="26991" h="37062" extrusionOk="0">
                  <a:moveTo>
                    <a:pt x="496" y="0"/>
                  </a:moveTo>
                  <a:cubicBezTo>
                    <a:pt x="222" y="0"/>
                    <a:pt x="0" y="368"/>
                    <a:pt x="0" y="820"/>
                  </a:cubicBezTo>
                  <a:lnTo>
                    <a:pt x="0" y="37062"/>
                  </a:lnTo>
                  <a:lnTo>
                    <a:pt x="26991" y="37062"/>
                  </a:lnTo>
                  <a:lnTo>
                    <a:pt x="26991" y="820"/>
                  </a:lnTo>
                  <a:cubicBezTo>
                    <a:pt x="26991" y="367"/>
                    <a:pt x="26769" y="0"/>
                    <a:pt x="2649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91" name="Google Shape;191;p24"/>
            <p:cNvSpPr/>
            <p:nvPr/>
          </p:nvSpPr>
          <p:spPr>
            <a:xfrm>
              <a:off x="4802700" y="2723250"/>
              <a:ext cx="113175" cy="117250"/>
            </a:xfrm>
            <a:custGeom>
              <a:avLst/>
              <a:gdLst/>
              <a:ahLst/>
              <a:cxnLst/>
              <a:rect l="l" t="t" r="r" b="b"/>
              <a:pathLst>
                <a:path w="4527" h="4690" extrusionOk="0">
                  <a:moveTo>
                    <a:pt x="4441" y="0"/>
                  </a:moveTo>
                  <a:lnTo>
                    <a:pt x="0" y="4504"/>
                  </a:lnTo>
                  <a:cubicBezTo>
                    <a:pt x="3" y="4565"/>
                    <a:pt x="6" y="4628"/>
                    <a:pt x="11" y="4690"/>
                  </a:cubicBezTo>
                  <a:cubicBezTo>
                    <a:pt x="22" y="4687"/>
                    <a:pt x="32" y="4681"/>
                    <a:pt x="42" y="4671"/>
                  </a:cubicBezTo>
                  <a:lnTo>
                    <a:pt x="4526" y="125"/>
                  </a:lnTo>
                  <a:cubicBezTo>
                    <a:pt x="4497" y="83"/>
                    <a:pt x="4470" y="42"/>
                    <a:pt x="44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92" name="Google Shape;192;p24"/>
            <p:cNvSpPr/>
            <p:nvPr/>
          </p:nvSpPr>
          <p:spPr>
            <a:xfrm>
              <a:off x="4888525" y="2704050"/>
              <a:ext cx="43850" cy="42900"/>
            </a:xfrm>
            <a:custGeom>
              <a:avLst/>
              <a:gdLst/>
              <a:ahLst/>
              <a:cxnLst/>
              <a:rect l="l" t="t" r="r" b="b"/>
              <a:pathLst>
                <a:path w="1754" h="1716" extrusionOk="0">
                  <a:moveTo>
                    <a:pt x="1754" y="1"/>
                  </a:moveTo>
                  <a:lnTo>
                    <a:pt x="1" y="361"/>
                  </a:lnTo>
                  <a:lnTo>
                    <a:pt x="1465" y="1716"/>
                  </a:lnTo>
                  <a:lnTo>
                    <a:pt x="17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93" name="Google Shape;193;p24"/>
            <p:cNvSpPr/>
            <p:nvPr/>
          </p:nvSpPr>
          <p:spPr>
            <a:xfrm>
              <a:off x="4668950" y="2805900"/>
              <a:ext cx="77350" cy="80100"/>
            </a:xfrm>
            <a:custGeom>
              <a:avLst/>
              <a:gdLst/>
              <a:ahLst/>
              <a:cxnLst/>
              <a:rect l="l" t="t" r="r" b="b"/>
              <a:pathLst>
                <a:path w="3094" h="3204" extrusionOk="0">
                  <a:moveTo>
                    <a:pt x="2967" y="0"/>
                  </a:moveTo>
                  <a:lnTo>
                    <a:pt x="29" y="3079"/>
                  </a:lnTo>
                  <a:cubicBezTo>
                    <a:pt x="0" y="3108"/>
                    <a:pt x="2" y="3154"/>
                    <a:pt x="31" y="3183"/>
                  </a:cubicBezTo>
                  <a:cubicBezTo>
                    <a:pt x="45" y="3196"/>
                    <a:pt x="64" y="3203"/>
                    <a:pt x="83" y="3203"/>
                  </a:cubicBezTo>
                  <a:cubicBezTo>
                    <a:pt x="102" y="3203"/>
                    <a:pt x="122" y="3196"/>
                    <a:pt x="137" y="3180"/>
                  </a:cubicBezTo>
                  <a:lnTo>
                    <a:pt x="3093" y="80"/>
                  </a:lnTo>
                  <a:cubicBezTo>
                    <a:pt x="3056" y="50"/>
                    <a:pt x="3008" y="29"/>
                    <a:pt x="29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94" name="Google Shape;194;p24"/>
            <p:cNvSpPr/>
            <p:nvPr/>
          </p:nvSpPr>
          <p:spPr>
            <a:xfrm>
              <a:off x="4656225" y="2869350"/>
              <a:ext cx="29600" cy="29575"/>
            </a:xfrm>
            <a:custGeom>
              <a:avLst/>
              <a:gdLst/>
              <a:ahLst/>
              <a:cxnLst/>
              <a:rect l="l" t="t" r="r" b="b"/>
              <a:pathLst>
                <a:path w="1184" h="1183" extrusionOk="0">
                  <a:moveTo>
                    <a:pt x="592" y="0"/>
                  </a:moveTo>
                  <a:cubicBezTo>
                    <a:pt x="265" y="0"/>
                    <a:pt x="1" y="266"/>
                    <a:pt x="1" y="592"/>
                  </a:cubicBezTo>
                  <a:cubicBezTo>
                    <a:pt x="1" y="917"/>
                    <a:pt x="265" y="1183"/>
                    <a:pt x="592" y="1183"/>
                  </a:cubicBezTo>
                  <a:cubicBezTo>
                    <a:pt x="918" y="1183"/>
                    <a:pt x="1183" y="917"/>
                    <a:pt x="1183" y="592"/>
                  </a:cubicBezTo>
                  <a:cubicBezTo>
                    <a:pt x="1183" y="266"/>
                    <a:pt x="918" y="0"/>
                    <a:pt x="5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95" name="Google Shape;195;p24"/>
            <p:cNvSpPr/>
            <p:nvPr/>
          </p:nvSpPr>
          <p:spPr>
            <a:xfrm>
              <a:off x="4752500" y="2796525"/>
              <a:ext cx="47625" cy="47450"/>
            </a:xfrm>
            <a:custGeom>
              <a:avLst/>
              <a:gdLst/>
              <a:ahLst/>
              <a:cxnLst/>
              <a:rect l="l" t="t" r="r" b="b"/>
              <a:pathLst>
                <a:path w="1905" h="1898" extrusionOk="0">
                  <a:moveTo>
                    <a:pt x="98" y="0"/>
                  </a:moveTo>
                  <a:lnTo>
                    <a:pt x="1" y="97"/>
                  </a:lnTo>
                  <a:lnTo>
                    <a:pt x="1807" y="1898"/>
                  </a:lnTo>
                  <a:lnTo>
                    <a:pt x="1904" y="1801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96" name="Google Shape;196;p24"/>
            <p:cNvSpPr/>
            <p:nvPr/>
          </p:nvSpPr>
          <p:spPr>
            <a:xfrm>
              <a:off x="4738675" y="2783475"/>
              <a:ext cx="29575" cy="29575"/>
            </a:xfrm>
            <a:custGeom>
              <a:avLst/>
              <a:gdLst/>
              <a:ahLst/>
              <a:cxnLst/>
              <a:rect l="l" t="t" r="r" b="b"/>
              <a:pathLst>
                <a:path w="1183" h="1183" extrusionOk="0">
                  <a:moveTo>
                    <a:pt x="591" y="1"/>
                  </a:moveTo>
                  <a:cubicBezTo>
                    <a:pt x="265" y="1"/>
                    <a:pt x="0" y="264"/>
                    <a:pt x="0" y="592"/>
                  </a:cubicBezTo>
                  <a:cubicBezTo>
                    <a:pt x="0" y="918"/>
                    <a:pt x="265" y="1183"/>
                    <a:pt x="591" y="1183"/>
                  </a:cubicBezTo>
                  <a:cubicBezTo>
                    <a:pt x="919" y="1183"/>
                    <a:pt x="1182" y="918"/>
                    <a:pt x="1182" y="592"/>
                  </a:cubicBezTo>
                  <a:cubicBezTo>
                    <a:pt x="1182" y="264"/>
                    <a:pt x="919" y="1"/>
                    <a:pt x="5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4784550" y="2827775"/>
              <a:ext cx="29575" cy="29575"/>
            </a:xfrm>
            <a:custGeom>
              <a:avLst/>
              <a:gdLst/>
              <a:ahLst/>
              <a:cxnLst/>
              <a:rect l="l" t="t" r="r" b="b"/>
              <a:pathLst>
                <a:path w="1183" h="1183" extrusionOk="0">
                  <a:moveTo>
                    <a:pt x="592" y="0"/>
                  </a:moveTo>
                  <a:cubicBezTo>
                    <a:pt x="266" y="0"/>
                    <a:pt x="1" y="265"/>
                    <a:pt x="1" y="591"/>
                  </a:cubicBezTo>
                  <a:cubicBezTo>
                    <a:pt x="1" y="919"/>
                    <a:pt x="266" y="1182"/>
                    <a:pt x="592" y="1182"/>
                  </a:cubicBezTo>
                  <a:cubicBezTo>
                    <a:pt x="918" y="1182"/>
                    <a:pt x="1183" y="919"/>
                    <a:pt x="1183" y="591"/>
                  </a:cubicBezTo>
                  <a:cubicBezTo>
                    <a:pt x="1183" y="265"/>
                    <a:pt x="918" y="0"/>
                    <a:pt x="5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4413425" y="2883725"/>
              <a:ext cx="189450" cy="5125"/>
            </a:xfrm>
            <a:custGeom>
              <a:avLst/>
              <a:gdLst/>
              <a:ahLst/>
              <a:cxnLst/>
              <a:rect l="l" t="t" r="r" b="b"/>
              <a:pathLst>
                <a:path w="7578" h="205" extrusionOk="0">
                  <a:moveTo>
                    <a:pt x="104" y="1"/>
                  </a:moveTo>
                  <a:cubicBezTo>
                    <a:pt x="47" y="1"/>
                    <a:pt x="1" y="47"/>
                    <a:pt x="1" y="102"/>
                  </a:cubicBezTo>
                  <a:cubicBezTo>
                    <a:pt x="1" y="158"/>
                    <a:pt x="47" y="205"/>
                    <a:pt x="104" y="205"/>
                  </a:cubicBezTo>
                  <a:lnTo>
                    <a:pt x="7476" y="205"/>
                  </a:lnTo>
                  <a:cubicBezTo>
                    <a:pt x="7533" y="205"/>
                    <a:pt x="7578" y="158"/>
                    <a:pt x="7578" y="102"/>
                  </a:cubicBezTo>
                  <a:cubicBezTo>
                    <a:pt x="7578" y="47"/>
                    <a:pt x="7533" y="1"/>
                    <a:pt x="7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199" name="Google Shape;199;p24"/>
            <p:cNvSpPr/>
            <p:nvPr/>
          </p:nvSpPr>
          <p:spPr>
            <a:xfrm>
              <a:off x="4413425" y="2852400"/>
              <a:ext cx="189450" cy="5100"/>
            </a:xfrm>
            <a:custGeom>
              <a:avLst/>
              <a:gdLst/>
              <a:ahLst/>
              <a:cxnLst/>
              <a:rect l="l" t="t" r="r" b="b"/>
              <a:pathLst>
                <a:path w="7578" h="204" extrusionOk="0">
                  <a:moveTo>
                    <a:pt x="104" y="0"/>
                  </a:moveTo>
                  <a:cubicBezTo>
                    <a:pt x="47" y="0"/>
                    <a:pt x="1" y="45"/>
                    <a:pt x="1" y="102"/>
                  </a:cubicBezTo>
                  <a:cubicBezTo>
                    <a:pt x="1" y="158"/>
                    <a:pt x="47" y="203"/>
                    <a:pt x="104" y="203"/>
                  </a:cubicBezTo>
                  <a:lnTo>
                    <a:pt x="7476" y="203"/>
                  </a:lnTo>
                  <a:cubicBezTo>
                    <a:pt x="7533" y="203"/>
                    <a:pt x="7578" y="158"/>
                    <a:pt x="7578" y="102"/>
                  </a:cubicBezTo>
                  <a:cubicBezTo>
                    <a:pt x="7578" y="45"/>
                    <a:pt x="7533" y="0"/>
                    <a:pt x="7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4413425" y="2821025"/>
              <a:ext cx="189450" cy="5150"/>
            </a:xfrm>
            <a:custGeom>
              <a:avLst/>
              <a:gdLst/>
              <a:ahLst/>
              <a:cxnLst/>
              <a:rect l="l" t="t" r="r" b="b"/>
              <a:pathLst>
                <a:path w="7578" h="206" extrusionOk="0">
                  <a:moveTo>
                    <a:pt x="104" y="1"/>
                  </a:moveTo>
                  <a:cubicBezTo>
                    <a:pt x="47" y="1"/>
                    <a:pt x="1" y="47"/>
                    <a:pt x="1" y="102"/>
                  </a:cubicBezTo>
                  <a:cubicBezTo>
                    <a:pt x="1" y="159"/>
                    <a:pt x="47" y="205"/>
                    <a:pt x="104" y="205"/>
                  </a:cubicBezTo>
                  <a:lnTo>
                    <a:pt x="7476" y="205"/>
                  </a:lnTo>
                  <a:cubicBezTo>
                    <a:pt x="7533" y="205"/>
                    <a:pt x="7578" y="159"/>
                    <a:pt x="7578" y="102"/>
                  </a:cubicBezTo>
                  <a:cubicBezTo>
                    <a:pt x="7578" y="47"/>
                    <a:pt x="7533" y="1"/>
                    <a:pt x="7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4413425" y="2789700"/>
              <a:ext cx="189450" cy="5100"/>
            </a:xfrm>
            <a:custGeom>
              <a:avLst/>
              <a:gdLst/>
              <a:ahLst/>
              <a:cxnLst/>
              <a:rect l="l" t="t" r="r" b="b"/>
              <a:pathLst>
                <a:path w="7578" h="204" extrusionOk="0">
                  <a:moveTo>
                    <a:pt x="104" y="1"/>
                  </a:moveTo>
                  <a:cubicBezTo>
                    <a:pt x="47" y="1"/>
                    <a:pt x="1" y="46"/>
                    <a:pt x="1" y="102"/>
                  </a:cubicBezTo>
                  <a:cubicBezTo>
                    <a:pt x="1" y="159"/>
                    <a:pt x="47" y="204"/>
                    <a:pt x="104" y="204"/>
                  </a:cubicBezTo>
                  <a:lnTo>
                    <a:pt x="7476" y="204"/>
                  </a:lnTo>
                  <a:cubicBezTo>
                    <a:pt x="7533" y="204"/>
                    <a:pt x="7578" y="159"/>
                    <a:pt x="7578" y="102"/>
                  </a:cubicBezTo>
                  <a:cubicBezTo>
                    <a:pt x="7578" y="46"/>
                    <a:pt x="7533" y="1"/>
                    <a:pt x="7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4413425" y="2758350"/>
              <a:ext cx="189450" cy="5125"/>
            </a:xfrm>
            <a:custGeom>
              <a:avLst/>
              <a:gdLst/>
              <a:ahLst/>
              <a:cxnLst/>
              <a:rect l="l" t="t" r="r" b="b"/>
              <a:pathLst>
                <a:path w="7578" h="205" extrusionOk="0">
                  <a:moveTo>
                    <a:pt x="104" y="0"/>
                  </a:moveTo>
                  <a:cubicBezTo>
                    <a:pt x="47" y="0"/>
                    <a:pt x="1" y="47"/>
                    <a:pt x="1" y="102"/>
                  </a:cubicBezTo>
                  <a:cubicBezTo>
                    <a:pt x="1" y="158"/>
                    <a:pt x="47" y="205"/>
                    <a:pt x="104" y="205"/>
                  </a:cubicBezTo>
                  <a:lnTo>
                    <a:pt x="7476" y="205"/>
                  </a:lnTo>
                  <a:cubicBezTo>
                    <a:pt x="7533" y="205"/>
                    <a:pt x="7578" y="158"/>
                    <a:pt x="7578" y="102"/>
                  </a:cubicBezTo>
                  <a:cubicBezTo>
                    <a:pt x="7578" y="47"/>
                    <a:pt x="7533" y="0"/>
                    <a:pt x="7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03" name="Google Shape;203;p24"/>
            <p:cNvSpPr/>
            <p:nvPr/>
          </p:nvSpPr>
          <p:spPr>
            <a:xfrm>
              <a:off x="4721200" y="2180075"/>
              <a:ext cx="197675" cy="197650"/>
            </a:xfrm>
            <a:custGeom>
              <a:avLst/>
              <a:gdLst/>
              <a:ahLst/>
              <a:cxnLst/>
              <a:rect l="l" t="t" r="r" b="b"/>
              <a:pathLst>
                <a:path w="7907" h="7906" extrusionOk="0">
                  <a:moveTo>
                    <a:pt x="3953" y="0"/>
                  </a:moveTo>
                  <a:cubicBezTo>
                    <a:pt x="3899" y="0"/>
                    <a:pt x="3844" y="0"/>
                    <a:pt x="3791" y="3"/>
                  </a:cubicBezTo>
                  <a:cubicBezTo>
                    <a:pt x="1684" y="89"/>
                    <a:pt x="1" y="1824"/>
                    <a:pt x="1" y="3952"/>
                  </a:cubicBezTo>
                  <a:cubicBezTo>
                    <a:pt x="1" y="4588"/>
                    <a:pt x="152" y="5189"/>
                    <a:pt x="417" y="5721"/>
                  </a:cubicBezTo>
                  <a:cubicBezTo>
                    <a:pt x="1066" y="7016"/>
                    <a:pt x="2406" y="7906"/>
                    <a:pt x="3953" y="7906"/>
                  </a:cubicBezTo>
                  <a:cubicBezTo>
                    <a:pt x="5691" y="7906"/>
                    <a:pt x="7166" y="6784"/>
                    <a:pt x="7696" y="5227"/>
                  </a:cubicBezTo>
                  <a:cubicBezTo>
                    <a:pt x="7832" y="4827"/>
                    <a:pt x="7906" y="4398"/>
                    <a:pt x="7906" y="3952"/>
                  </a:cubicBezTo>
                  <a:cubicBezTo>
                    <a:pt x="7906" y="1918"/>
                    <a:pt x="6369" y="242"/>
                    <a:pt x="4393" y="23"/>
                  </a:cubicBezTo>
                  <a:cubicBezTo>
                    <a:pt x="4248" y="7"/>
                    <a:pt x="4102" y="0"/>
                    <a:pt x="39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4820000" y="2180075"/>
              <a:ext cx="98875" cy="130700"/>
            </a:xfrm>
            <a:custGeom>
              <a:avLst/>
              <a:gdLst/>
              <a:ahLst/>
              <a:cxnLst/>
              <a:rect l="l" t="t" r="r" b="b"/>
              <a:pathLst>
                <a:path w="3955" h="5228" extrusionOk="0">
                  <a:moveTo>
                    <a:pt x="1" y="0"/>
                  </a:moveTo>
                  <a:lnTo>
                    <a:pt x="1" y="3952"/>
                  </a:lnTo>
                  <a:cubicBezTo>
                    <a:pt x="1" y="3952"/>
                    <a:pt x="2543" y="4752"/>
                    <a:pt x="3744" y="5227"/>
                  </a:cubicBezTo>
                  <a:cubicBezTo>
                    <a:pt x="3880" y="4827"/>
                    <a:pt x="3954" y="4398"/>
                    <a:pt x="3954" y="3952"/>
                  </a:cubicBezTo>
                  <a:cubicBezTo>
                    <a:pt x="3954" y="1769"/>
                    <a:pt x="2186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4721200" y="2180075"/>
              <a:ext cx="109850" cy="143050"/>
            </a:xfrm>
            <a:custGeom>
              <a:avLst/>
              <a:gdLst/>
              <a:ahLst/>
              <a:cxnLst/>
              <a:rect l="l" t="t" r="r" b="b"/>
              <a:pathLst>
                <a:path w="4394" h="5722" extrusionOk="0">
                  <a:moveTo>
                    <a:pt x="3953" y="0"/>
                  </a:moveTo>
                  <a:cubicBezTo>
                    <a:pt x="3899" y="0"/>
                    <a:pt x="3844" y="0"/>
                    <a:pt x="3791" y="3"/>
                  </a:cubicBezTo>
                  <a:cubicBezTo>
                    <a:pt x="1684" y="89"/>
                    <a:pt x="1" y="1824"/>
                    <a:pt x="1" y="3952"/>
                  </a:cubicBezTo>
                  <a:cubicBezTo>
                    <a:pt x="1" y="4588"/>
                    <a:pt x="152" y="5189"/>
                    <a:pt x="417" y="5721"/>
                  </a:cubicBezTo>
                  <a:lnTo>
                    <a:pt x="3953" y="3952"/>
                  </a:lnTo>
                  <a:lnTo>
                    <a:pt x="4393" y="23"/>
                  </a:lnTo>
                  <a:cubicBezTo>
                    <a:pt x="4248" y="7"/>
                    <a:pt x="4102" y="0"/>
                    <a:pt x="39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4356650" y="2097500"/>
              <a:ext cx="5050" cy="859000"/>
            </a:xfrm>
            <a:custGeom>
              <a:avLst/>
              <a:gdLst/>
              <a:ahLst/>
              <a:cxnLst/>
              <a:rect l="l" t="t" r="r" b="b"/>
              <a:pathLst>
                <a:path w="202" h="34360" extrusionOk="0">
                  <a:moveTo>
                    <a:pt x="0" y="0"/>
                  </a:moveTo>
                  <a:lnTo>
                    <a:pt x="0" y="34360"/>
                  </a:lnTo>
                  <a:lnTo>
                    <a:pt x="202" y="34360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07" name="Google Shape;207;p24"/>
            <p:cNvSpPr/>
            <p:nvPr/>
          </p:nvSpPr>
          <p:spPr>
            <a:xfrm>
              <a:off x="4974800" y="2097500"/>
              <a:ext cx="5100" cy="859000"/>
            </a:xfrm>
            <a:custGeom>
              <a:avLst/>
              <a:gdLst/>
              <a:ahLst/>
              <a:cxnLst/>
              <a:rect l="l" t="t" r="r" b="b"/>
              <a:pathLst>
                <a:path w="204" h="34360" extrusionOk="0">
                  <a:moveTo>
                    <a:pt x="1" y="0"/>
                  </a:moveTo>
                  <a:lnTo>
                    <a:pt x="1" y="34360"/>
                  </a:lnTo>
                  <a:lnTo>
                    <a:pt x="203" y="34360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08" name="Google Shape;208;p24"/>
            <p:cNvSpPr/>
            <p:nvPr/>
          </p:nvSpPr>
          <p:spPr>
            <a:xfrm>
              <a:off x="4329600" y="2029925"/>
              <a:ext cx="674775" cy="75750"/>
            </a:xfrm>
            <a:custGeom>
              <a:avLst/>
              <a:gdLst/>
              <a:ahLst/>
              <a:cxnLst/>
              <a:rect l="l" t="t" r="r" b="b"/>
              <a:pathLst>
                <a:path w="26991" h="3030" extrusionOk="0">
                  <a:moveTo>
                    <a:pt x="561" y="0"/>
                  </a:moveTo>
                  <a:cubicBezTo>
                    <a:pt x="251" y="0"/>
                    <a:pt x="0" y="252"/>
                    <a:pt x="0" y="561"/>
                  </a:cubicBezTo>
                  <a:lnTo>
                    <a:pt x="0" y="3029"/>
                  </a:lnTo>
                  <a:lnTo>
                    <a:pt x="26991" y="3029"/>
                  </a:lnTo>
                  <a:lnTo>
                    <a:pt x="26991" y="413"/>
                  </a:lnTo>
                  <a:cubicBezTo>
                    <a:pt x="26991" y="185"/>
                    <a:pt x="26807" y="1"/>
                    <a:pt x="26578" y="1"/>
                  </a:cubicBezTo>
                  <a:lnTo>
                    <a:pt x="26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09" name="Google Shape;209;p24"/>
            <p:cNvSpPr/>
            <p:nvPr/>
          </p:nvSpPr>
          <p:spPr>
            <a:xfrm>
              <a:off x="4951400" y="2055050"/>
              <a:ext cx="23425" cy="23425"/>
            </a:xfrm>
            <a:custGeom>
              <a:avLst/>
              <a:gdLst/>
              <a:ahLst/>
              <a:cxnLst/>
              <a:rect l="l" t="t" r="r" b="b"/>
              <a:pathLst>
                <a:path w="937" h="937" extrusionOk="0">
                  <a:moveTo>
                    <a:pt x="469" y="0"/>
                  </a:moveTo>
                  <a:cubicBezTo>
                    <a:pt x="211" y="0"/>
                    <a:pt x="1" y="209"/>
                    <a:pt x="1" y="468"/>
                  </a:cubicBezTo>
                  <a:cubicBezTo>
                    <a:pt x="1" y="726"/>
                    <a:pt x="211" y="936"/>
                    <a:pt x="469" y="936"/>
                  </a:cubicBezTo>
                  <a:cubicBezTo>
                    <a:pt x="728" y="936"/>
                    <a:pt x="937" y="726"/>
                    <a:pt x="937" y="468"/>
                  </a:cubicBezTo>
                  <a:cubicBezTo>
                    <a:pt x="937" y="209"/>
                    <a:pt x="728" y="0"/>
                    <a:pt x="4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10" name="Google Shape;210;p24"/>
            <p:cNvSpPr/>
            <p:nvPr/>
          </p:nvSpPr>
          <p:spPr>
            <a:xfrm>
              <a:off x="4913475" y="2055050"/>
              <a:ext cx="23425" cy="23425"/>
            </a:xfrm>
            <a:custGeom>
              <a:avLst/>
              <a:gdLst/>
              <a:ahLst/>
              <a:cxnLst/>
              <a:rect l="l" t="t" r="r" b="b"/>
              <a:pathLst>
                <a:path w="937" h="937" extrusionOk="0">
                  <a:moveTo>
                    <a:pt x="469" y="0"/>
                  </a:moveTo>
                  <a:cubicBezTo>
                    <a:pt x="211" y="0"/>
                    <a:pt x="1" y="209"/>
                    <a:pt x="1" y="468"/>
                  </a:cubicBezTo>
                  <a:cubicBezTo>
                    <a:pt x="1" y="726"/>
                    <a:pt x="211" y="936"/>
                    <a:pt x="469" y="936"/>
                  </a:cubicBezTo>
                  <a:cubicBezTo>
                    <a:pt x="728" y="936"/>
                    <a:pt x="937" y="726"/>
                    <a:pt x="937" y="468"/>
                  </a:cubicBezTo>
                  <a:cubicBezTo>
                    <a:pt x="937" y="209"/>
                    <a:pt x="728" y="0"/>
                    <a:pt x="4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4877425" y="2055050"/>
              <a:ext cx="23400" cy="23425"/>
            </a:xfrm>
            <a:custGeom>
              <a:avLst/>
              <a:gdLst/>
              <a:ahLst/>
              <a:cxnLst/>
              <a:rect l="l" t="t" r="r" b="b"/>
              <a:pathLst>
                <a:path w="936" h="937" extrusionOk="0">
                  <a:moveTo>
                    <a:pt x="468" y="0"/>
                  </a:moveTo>
                  <a:cubicBezTo>
                    <a:pt x="210" y="0"/>
                    <a:pt x="0" y="209"/>
                    <a:pt x="0" y="468"/>
                  </a:cubicBezTo>
                  <a:cubicBezTo>
                    <a:pt x="0" y="726"/>
                    <a:pt x="210" y="936"/>
                    <a:pt x="468" y="936"/>
                  </a:cubicBezTo>
                  <a:cubicBezTo>
                    <a:pt x="727" y="936"/>
                    <a:pt x="936" y="726"/>
                    <a:pt x="936" y="468"/>
                  </a:cubicBezTo>
                  <a:cubicBezTo>
                    <a:pt x="936" y="209"/>
                    <a:pt x="727" y="0"/>
                    <a:pt x="4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4311775" y="2956450"/>
              <a:ext cx="710425" cy="14250"/>
            </a:xfrm>
            <a:custGeom>
              <a:avLst/>
              <a:gdLst/>
              <a:ahLst/>
              <a:cxnLst/>
              <a:rect l="l" t="t" r="r" b="b"/>
              <a:pathLst>
                <a:path w="28417" h="570" extrusionOk="0">
                  <a:moveTo>
                    <a:pt x="286" y="1"/>
                  </a:moveTo>
                  <a:cubicBezTo>
                    <a:pt x="128" y="1"/>
                    <a:pt x="1" y="128"/>
                    <a:pt x="1" y="286"/>
                  </a:cubicBezTo>
                  <a:cubicBezTo>
                    <a:pt x="1" y="442"/>
                    <a:pt x="128" y="570"/>
                    <a:pt x="286" y="570"/>
                  </a:cubicBezTo>
                  <a:lnTo>
                    <a:pt x="28131" y="570"/>
                  </a:lnTo>
                  <a:cubicBezTo>
                    <a:pt x="28289" y="570"/>
                    <a:pt x="28416" y="442"/>
                    <a:pt x="28416" y="286"/>
                  </a:cubicBezTo>
                  <a:cubicBezTo>
                    <a:pt x="28416" y="128"/>
                    <a:pt x="28289" y="1"/>
                    <a:pt x="28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4415900" y="2402525"/>
              <a:ext cx="45725" cy="288050"/>
            </a:xfrm>
            <a:custGeom>
              <a:avLst/>
              <a:gdLst/>
              <a:ahLst/>
              <a:cxnLst/>
              <a:rect l="l" t="t" r="r" b="b"/>
              <a:pathLst>
                <a:path w="1829" h="11522" extrusionOk="0">
                  <a:moveTo>
                    <a:pt x="0" y="0"/>
                  </a:moveTo>
                  <a:lnTo>
                    <a:pt x="0" y="11521"/>
                  </a:lnTo>
                  <a:lnTo>
                    <a:pt x="1829" y="11521"/>
                  </a:lnTo>
                  <a:lnTo>
                    <a:pt x="18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4498625" y="2509825"/>
              <a:ext cx="45725" cy="180750"/>
            </a:xfrm>
            <a:custGeom>
              <a:avLst/>
              <a:gdLst/>
              <a:ahLst/>
              <a:cxnLst/>
              <a:rect l="l" t="t" r="r" b="b"/>
              <a:pathLst>
                <a:path w="1829" h="7230" extrusionOk="0">
                  <a:moveTo>
                    <a:pt x="0" y="0"/>
                  </a:moveTo>
                  <a:lnTo>
                    <a:pt x="0" y="7229"/>
                  </a:lnTo>
                  <a:lnTo>
                    <a:pt x="1829" y="7229"/>
                  </a:lnTo>
                  <a:lnTo>
                    <a:pt x="182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4581350" y="2436675"/>
              <a:ext cx="45725" cy="253850"/>
            </a:xfrm>
            <a:custGeom>
              <a:avLst/>
              <a:gdLst/>
              <a:ahLst/>
              <a:cxnLst/>
              <a:rect l="l" t="t" r="r" b="b"/>
              <a:pathLst>
                <a:path w="1829" h="10154" extrusionOk="0">
                  <a:moveTo>
                    <a:pt x="0" y="0"/>
                  </a:moveTo>
                  <a:lnTo>
                    <a:pt x="0" y="10154"/>
                  </a:lnTo>
                  <a:lnTo>
                    <a:pt x="1828" y="10154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4662475" y="2509825"/>
              <a:ext cx="45725" cy="180750"/>
            </a:xfrm>
            <a:custGeom>
              <a:avLst/>
              <a:gdLst/>
              <a:ahLst/>
              <a:cxnLst/>
              <a:rect l="l" t="t" r="r" b="b"/>
              <a:pathLst>
                <a:path w="1829" h="7230" extrusionOk="0">
                  <a:moveTo>
                    <a:pt x="0" y="0"/>
                  </a:moveTo>
                  <a:lnTo>
                    <a:pt x="0" y="7229"/>
                  </a:lnTo>
                  <a:lnTo>
                    <a:pt x="1828" y="7229"/>
                  </a:lnTo>
                  <a:lnTo>
                    <a:pt x="18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4415900" y="2573600"/>
              <a:ext cx="45725" cy="116975"/>
            </a:xfrm>
            <a:custGeom>
              <a:avLst/>
              <a:gdLst/>
              <a:ahLst/>
              <a:cxnLst/>
              <a:rect l="l" t="t" r="r" b="b"/>
              <a:pathLst>
                <a:path w="1829" h="4679" extrusionOk="0">
                  <a:moveTo>
                    <a:pt x="0" y="1"/>
                  </a:moveTo>
                  <a:lnTo>
                    <a:pt x="0" y="4678"/>
                  </a:lnTo>
                  <a:lnTo>
                    <a:pt x="1829" y="4678"/>
                  </a:lnTo>
                  <a:lnTo>
                    <a:pt x="1829" y="1"/>
                  </a:ln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4498625" y="2620825"/>
              <a:ext cx="45725" cy="69750"/>
            </a:xfrm>
            <a:custGeom>
              <a:avLst/>
              <a:gdLst/>
              <a:ahLst/>
              <a:cxnLst/>
              <a:rect l="l" t="t" r="r" b="b"/>
              <a:pathLst>
                <a:path w="1829" h="2790" extrusionOk="0">
                  <a:moveTo>
                    <a:pt x="0" y="1"/>
                  </a:moveTo>
                  <a:lnTo>
                    <a:pt x="0" y="2789"/>
                  </a:lnTo>
                  <a:lnTo>
                    <a:pt x="1829" y="2789"/>
                  </a:lnTo>
                  <a:lnTo>
                    <a:pt x="1829" y="1"/>
                  </a:ln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4581350" y="2573600"/>
              <a:ext cx="45725" cy="116975"/>
            </a:xfrm>
            <a:custGeom>
              <a:avLst/>
              <a:gdLst/>
              <a:ahLst/>
              <a:cxnLst/>
              <a:rect l="l" t="t" r="r" b="b"/>
              <a:pathLst>
                <a:path w="1829" h="4679" extrusionOk="0">
                  <a:moveTo>
                    <a:pt x="0" y="1"/>
                  </a:moveTo>
                  <a:lnTo>
                    <a:pt x="0" y="4678"/>
                  </a:lnTo>
                  <a:lnTo>
                    <a:pt x="1828" y="4678"/>
                  </a:lnTo>
                  <a:lnTo>
                    <a:pt x="1828" y="1"/>
                  </a:ln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4662475" y="2546500"/>
              <a:ext cx="45725" cy="144075"/>
            </a:xfrm>
            <a:custGeom>
              <a:avLst/>
              <a:gdLst/>
              <a:ahLst/>
              <a:cxnLst/>
              <a:rect l="l" t="t" r="r" b="b"/>
              <a:pathLst>
                <a:path w="1829" h="5763" extrusionOk="0">
                  <a:moveTo>
                    <a:pt x="0" y="1"/>
                  </a:moveTo>
                  <a:lnTo>
                    <a:pt x="0" y="5762"/>
                  </a:lnTo>
                  <a:lnTo>
                    <a:pt x="1828" y="5762"/>
                  </a:lnTo>
                  <a:lnTo>
                    <a:pt x="1828" y="1"/>
                  </a:ln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>
              <a:off x="4395700" y="2690550"/>
              <a:ext cx="327200" cy="3075"/>
            </a:xfrm>
            <a:custGeom>
              <a:avLst/>
              <a:gdLst/>
              <a:ahLst/>
              <a:cxnLst/>
              <a:rect l="l" t="t" r="r" b="b"/>
              <a:pathLst>
                <a:path w="13088" h="123" extrusionOk="0">
                  <a:moveTo>
                    <a:pt x="62" y="0"/>
                  </a:moveTo>
                  <a:cubicBezTo>
                    <a:pt x="28" y="0"/>
                    <a:pt x="0" y="28"/>
                    <a:pt x="0" y="61"/>
                  </a:cubicBezTo>
                  <a:cubicBezTo>
                    <a:pt x="0" y="94"/>
                    <a:pt x="28" y="122"/>
                    <a:pt x="62" y="122"/>
                  </a:cubicBezTo>
                  <a:lnTo>
                    <a:pt x="13027" y="122"/>
                  </a:lnTo>
                  <a:cubicBezTo>
                    <a:pt x="13060" y="122"/>
                    <a:pt x="13088" y="94"/>
                    <a:pt x="13088" y="61"/>
                  </a:cubicBezTo>
                  <a:cubicBezTo>
                    <a:pt x="13088" y="28"/>
                    <a:pt x="13060" y="0"/>
                    <a:pt x="130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>
              <a:off x="4426800" y="2193625"/>
              <a:ext cx="216900" cy="141575"/>
            </a:xfrm>
            <a:custGeom>
              <a:avLst/>
              <a:gdLst/>
              <a:ahLst/>
              <a:cxnLst/>
              <a:rect l="l" t="t" r="r" b="b"/>
              <a:pathLst>
                <a:path w="8676" h="5663" extrusionOk="0">
                  <a:moveTo>
                    <a:pt x="1427" y="0"/>
                  </a:moveTo>
                  <a:cubicBezTo>
                    <a:pt x="179" y="0"/>
                    <a:pt x="1" y="5663"/>
                    <a:pt x="1" y="5663"/>
                  </a:cubicBezTo>
                  <a:lnTo>
                    <a:pt x="8675" y="5663"/>
                  </a:lnTo>
                  <a:cubicBezTo>
                    <a:pt x="8675" y="5663"/>
                    <a:pt x="8611" y="2987"/>
                    <a:pt x="7954" y="2987"/>
                  </a:cubicBezTo>
                  <a:cubicBezTo>
                    <a:pt x="7942" y="2987"/>
                    <a:pt x="7929" y="2988"/>
                    <a:pt x="7916" y="2990"/>
                  </a:cubicBezTo>
                  <a:cubicBezTo>
                    <a:pt x="7225" y="3096"/>
                    <a:pt x="7563" y="4013"/>
                    <a:pt x="6760" y="4066"/>
                  </a:cubicBezTo>
                  <a:cubicBezTo>
                    <a:pt x="6753" y="4067"/>
                    <a:pt x="6746" y="4067"/>
                    <a:pt x="6739" y="4067"/>
                  </a:cubicBezTo>
                  <a:cubicBezTo>
                    <a:pt x="5955" y="4067"/>
                    <a:pt x="5893" y="1245"/>
                    <a:pt x="5055" y="1147"/>
                  </a:cubicBezTo>
                  <a:cubicBezTo>
                    <a:pt x="5028" y="1144"/>
                    <a:pt x="5001" y="1143"/>
                    <a:pt x="4975" y="1143"/>
                  </a:cubicBezTo>
                  <a:cubicBezTo>
                    <a:pt x="3948" y="1143"/>
                    <a:pt x="4306" y="3682"/>
                    <a:pt x="3479" y="3907"/>
                  </a:cubicBezTo>
                  <a:cubicBezTo>
                    <a:pt x="3456" y="3913"/>
                    <a:pt x="3434" y="3916"/>
                    <a:pt x="3412" y="3916"/>
                  </a:cubicBezTo>
                  <a:cubicBezTo>
                    <a:pt x="2633" y="3916"/>
                    <a:pt x="2642" y="0"/>
                    <a:pt x="1427" y="0"/>
                  </a:cubicBezTo>
                  <a:close/>
                </a:path>
              </a:pathLst>
            </a:custGeom>
            <a:solidFill>
              <a:srgbClr val="5C9D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4415900" y="2335175"/>
              <a:ext cx="240225" cy="3075"/>
            </a:xfrm>
            <a:custGeom>
              <a:avLst/>
              <a:gdLst/>
              <a:ahLst/>
              <a:cxnLst/>
              <a:rect l="l" t="t" r="r" b="b"/>
              <a:pathLst>
                <a:path w="9609" h="123" extrusionOk="0">
                  <a:moveTo>
                    <a:pt x="61" y="1"/>
                  </a:moveTo>
                  <a:cubicBezTo>
                    <a:pt x="28" y="1"/>
                    <a:pt x="0" y="28"/>
                    <a:pt x="0" y="62"/>
                  </a:cubicBezTo>
                  <a:cubicBezTo>
                    <a:pt x="0" y="95"/>
                    <a:pt x="28" y="123"/>
                    <a:pt x="61" y="123"/>
                  </a:cubicBezTo>
                  <a:lnTo>
                    <a:pt x="9547" y="123"/>
                  </a:lnTo>
                  <a:cubicBezTo>
                    <a:pt x="9581" y="123"/>
                    <a:pt x="9608" y="95"/>
                    <a:pt x="9608" y="62"/>
                  </a:cubicBezTo>
                  <a:cubicBezTo>
                    <a:pt x="9608" y="28"/>
                    <a:pt x="9581" y="1"/>
                    <a:pt x="9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4767025" y="2514975"/>
              <a:ext cx="41375" cy="41375"/>
            </a:xfrm>
            <a:custGeom>
              <a:avLst/>
              <a:gdLst/>
              <a:ahLst/>
              <a:cxnLst/>
              <a:rect l="l" t="t" r="r" b="b"/>
              <a:pathLst>
                <a:path w="1655" h="1655" extrusionOk="0">
                  <a:moveTo>
                    <a:pt x="0" y="0"/>
                  </a:moveTo>
                  <a:lnTo>
                    <a:pt x="0" y="1655"/>
                  </a:lnTo>
                  <a:lnTo>
                    <a:pt x="1655" y="1655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4767025" y="2612350"/>
              <a:ext cx="41375" cy="41400"/>
            </a:xfrm>
            <a:custGeom>
              <a:avLst/>
              <a:gdLst/>
              <a:ahLst/>
              <a:cxnLst/>
              <a:rect l="l" t="t" r="r" b="b"/>
              <a:pathLst>
                <a:path w="1655" h="1656" extrusionOk="0">
                  <a:moveTo>
                    <a:pt x="0" y="1"/>
                  </a:moveTo>
                  <a:lnTo>
                    <a:pt x="0" y="1655"/>
                  </a:lnTo>
                  <a:lnTo>
                    <a:pt x="1655" y="1655"/>
                  </a:lnTo>
                  <a:lnTo>
                    <a:pt x="16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4835775" y="2525975"/>
              <a:ext cx="109075" cy="5125"/>
            </a:xfrm>
            <a:custGeom>
              <a:avLst/>
              <a:gdLst/>
              <a:ahLst/>
              <a:cxnLst/>
              <a:rect l="l" t="t" r="r" b="b"/>
              <a:pathLst>
                <a:path w="4363" h="205" extrusionOk="0">
                  <a:moveTo>
                    <a:pt x="9" y="1"/>
                  </a:moveTo>
                  <a:cubicBezTo>
                    <a:pt x="3" y="1"/>
                    <a:pt x="0" y="5"/>
                    <a:pt x="0" y="9"/>
                  </a:cubicBezTo>
                  <a:lnTo>
                    <a:pt x="0" y="195"/>
                  </a:lnTo>
                  <a:cubicBezTo>
                    <a:pt x="0" y="200"/>
                    <a:pt x="3" y="205"/>
                    <a:pt x="9" y="205"/>
                  </a:cubicBezTo>
                  <a:lnTo>
                    <a:pt x="4353" y="205"/>
                  </a:lnTo>
                  <a:cubicBezTo>
                    <a:pt x="4358" y="205"/>
                    <a:pt x="4362" y="200"/>
                    <a:pt x="4362" y="195"/>
                  </a:cubicBezTo>
                  <a:lnTo>
                    <a:pt x="4362" y="9"/>
                  </a:lnTo>
                  <a:cubicBezTo>
                    <a:pt x="4362" y="5"/>
                    <a:pt x="4358" y="1"/>
                    <a:pt x="4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4835775" y="2540250"/>
              <a:ext cx="109075" cy="5100"/>
            </a:xfrm>
            <a:custGeom>
              <a:avLst/>
              <a:gdLst/>
              <a:ahLst/>
              <a:cxnLst/>
              <a:rect l="l" t="t" r="r" b="b"/>
              <a:pathLst>
                <a:path w="4363" h="204" extrusionOk="0">
                  <a:moveTo>
                    <a:pt x="9" y="0"/>
                  </a:moveTo>
                  <a:cubicBezTo>
                    <a:pt x="3" y="0"/>
                    <a:pt x="0" y="5"/>
                    <a:pt x="0" y="9"/>
                  </a:cubicBezTo>
                  <a:lnTo>
                    <a:pt x="0" y="194"/>
                  </a:lnTo>
                  <a:cubicBezTo>
                    <a:pt x="0" y="199"/>
                    <a:pt x="3" y="203"/>
                    <a:pt x="9" y="203"/>
                  </a:cubicBezTo>
                  <a:lnTo>
                    <a:pt x="4353" y="203"/>
                  </a:lnTo>
                  <a:cubicBezTo>
                    <a:pt x="4358" y="203"/>
                    <a:pt x="4362" y="199"/>
                    <a:pt x="4362" y="194"/>
                  </a:cubicBezTo>
                  <a:lnTo>
                    <a:pt x="4362" y="9"/>
                  </a:lnTo>
                  <a:cubicBezTo>
                    <a:pt x="4362" y="5"/>
                    <a:pt x="4358" y="0"/>
                    <a:pt x="4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28" name="Google Shape;228;p24"/>
            <p:cNvSpPr/>
            <p:nvPr/>
          </p:nvSpPr>
          <p:spPr>
            <a:xfrm>
              <a:off x="4835775" y="2623375"/>
              <a:ext cx="109075" cy="5125"/>
            </a:xfrm>
            <a:custGeom>
              <a:avLst/>
              <a:gdLst/>
              <a:ahLst/>
              <a:cxnLst/>
              <a:rect l="l" t="t" r="r" b="b"/>
              <a:pathLst>
                <a:path w="4363" h="205" extrusionOk="0">
                  <a:moveTo>
                    <a:pt x="9" y="0"/>
                  </a:moveTo>
                  <a:cubicBezTo>
                    <a:pt x="3" y="0"/>
                    <a:pt x="0" y="4"/>
                    <a:pt x="0" y="9"/>
                  </a:cubicBezTo>
                  <a:lnTo>
                    <a:pt x="0" y="194"/>
                  </a:lnTo>
                  <a:cubicBezTo>
                    <a:pt x="0" y="200"/>
                    <a:pt x="3" y="204"/>
                    <a:pt x="9" y="204"/>
                  </a:cubicBezTo>
                  <a:lnTo>
                    <a:pt x="4353" y="204"/>
                  </a:lnTo>
                  <a:cubicBezTo>
                    <a:pt x="4358" y="204"/>
                    <a:pt x="4362" y="200"/>
                    <a:pt x="4362" y="194"/>
                  </a:cubicBezTo>
                  <a:lnTo>
                    <a:pt x="4362" y="9"/>
                  </a:lnTo>
                  <a:cubicBezTo>
                    <a:pt x="4362" y="4"/>
                    <a:pt x="4358" y="0"/>
                    <a:pt x="4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29" name="Google Shape;229;p24"/>
            <p:cNvSpPr/>
            <p:nvPr/>
          </p:nvSpPr>
          <p:spPr>
            <a:xfrm>
              <a:off x="4835775" y="2637625"/>
              <a:ext cx="109075" cy="5100"/>
            </a:xfrm>
            <a:custGeom>
              <a:avLst/>
              <a:gdLst/>
              <a:ahLst/>
              <a:cxnLst/>
              <a:rect l="l" t="t" r="r" b="b"/>
              <a:pathLst>
                <a:path w="4363" h="204" extrusionOk="0">
                  <a:moveTo>
                    <a:pt x="9" y="1"/>
                  </a:moveTo>
                  <a:cubicBezTo>
                    <a:pt x="3" y="1"/>
                    <a:pt x="0" y="5"/>
                    <a:pt x="0" y="10"/>
                  </a:cubicBezTo>
                  <a:lnTo>
                    <a:pt x="0" y="195"/>
                  </a:lnTo>
                  <a:cubicBezTo>
                    <a:pt x="0" y="199"/>
                    <a:pt x="3" y="204"/>
                    <a:pt x="9" y="204"/>
                  </a:cubicBezTo>
                  <a:lnTo>
                    <a:pt x="4353" y="204"/>
                  </a:lnTo>
                  <a:cubicBezTo>
                    <a:pt x="4358" y="204"/>
                    <a:pt x="4362" y="199"/>
                    <a:pt x="4362" y="195"/>
                  </a:cubicBezTo>
                  <a:lnTo>
                    <a:pt x="4362" y="10"/>
                  </a:lnTo>
                  <a:cubicBezTo>
                    <a:pt x="4362" y="5"/>
                    <a:pt x="4358" y="1"/>
                    <a:pt x="43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30" name="Google Shape;230;p24"/>
            <p:cNvSpPr/>
            <p:nvPr/>
          </p:nvSpPr>
          <p:spPr>
            <a:xfrm>
              <a:off x="3989725" y="2056700"/>
              <a:ext cx="74675" cy="62175"/>
            </a:xfrm>
            <a:custGeom>
              <a:avLst/>
              <a:gdLst/>
              <a:ahLst/>
              <a:cxnLst/>
              <a:rect l="l" t="t" r="r" b="b"/>
              <a:pathLst>
                <a:path w="2987" h="2487" extrusionOk="0">
                  <a:moveTo>
                    <a:pt x="1797" y="1"/>
                  </a:moveTo>
                  <a:cubicBezTo>
                    <a:pt x="1003" y="1"/>
                    <a:pt x="989" y="930"/>
                    <a:pt x="989" y="930"/>
                  </a:cubicBezTo>
                  <a:cubicBezTo>
                    <a:pt x="989" y="930"/>
                    <a:pt x="1" y="1161"/>
                    <a:pt x="173" y="1854"/>
                  </a:cubicBezTo>
                  <a:cubicBezTo>
                    <a:pt x="319" y="2443"/>
                    <a:pt x="1181" y="2487"/>
                    <a:pt x="1435" y="2487"/>
                  </a:cubicBezTo>
                  <a:cubicBezTo>
                    <a:pt x="1480" y="2487"/>
                    <a:pt x="1506" y="2486"/>
                    <a:pt x="1506" y="2486"/>
                  </a:cubicBezTo>
                  <a:cubicBezTo>
                    <a:pt x="1506" y="2486"/>
                    <a:pt x="2468" y="2106"/>
                    <a:pt x="2716" y="1347"/>
                  </a:cubicBezTo>
                  <a:cubicBezTo>
                    <a:pt x="2716" y="1347"/>
                    <a:pt x="2987" y="184"/>
                    <a:pt x="1996" y="18"/>
                  </a:cubicBezTo>
                  <a:cubicBezTo>
                    <a:pt x="1925" y="6"/>
                    <a:pt x="1859" y="1"/>
                    <a:pt x="1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31" name="Google Shape;231;p24"/>
            <p:cNvSpPr/>
            <p:nvPr/>
          </p:nvSpPr>
          <p:spPr>
            <a:xfrm>
              <a:off x="3998250" y="2077025"/>
              <a:ext cx="174550" cy="194575"/>
            </a:xfrm>
            <a:custGeom>
              <a:avLst/>
              <a:gdLst/>
              <a:ahLst/>
              <a:cxnLst/>
              <a:rect l="l" t="t" r="r" b="b"/>
              <a:pathLst>
                <a:path w="6982" h="7783" extrusionOk="0">
                  <a:moveTo>
                    <a:pt x="3118" y="0"/>
                  </a:moveTo>
                  <a:cubicBezTo>
                    <a:pt x="2132" y="0"/>
                    <a:pt x="1541" y="664"/>
                    <a:pt x="1346" y="984"/>
                  </a:cubicBezTo>
                  <a:cubicBezTo>
                    <a:pt x="916" y="1694"/>
                    <a:pt x="875" y="2290"/>
                    <a:pt x="826" y="3211"/>
                  </a:cubicBezTo>
                  <a:cubicBezTo>
                    <a:pt x="684" y="5920"/>
                    <a:pt x="0" y="7167"/>
                    <a:pt x="0" y="7167"/>
                  </a:cubicBezTo>
                  <a:cubicBezTo>
                    <a:pt x="0" y="7167"/>
                    <a:pt x="1434" y="7394"/>
                    <a:pt x="2665" y="7394"/>
                  </a:cubicBezTo>
                  <a:cubicBezTo>
                    <a:pt x="2726" y="7394"/>
                    <a:pt x="2786" y="7393"/>
                    <a:pt x="2845" y="7392"/>
                  </a:cubicBezTo>
                  <a:cubicBezTo>
                    <a:pt x="2845" y="7392"/>
                    <a:pt x="3037" y="7384"/>
                    <a:pt x="3312" y="7384"/>
                  </a:cubicBezTo>
                  <a:cubicBezTo>
                    <a:pt x="3828" y="7384"/>
                    <a:pt x="4641" y="7411"/>
                    <a:pt x="5050" y="7563"/>
                  </a:cubicBezTo>
                  <a:cubicBezTo>
                    <a:pt x="5335" y="7668"/>
                    <a:pt x="5614" y="7782"/>
                    <a:pt x="5868" y="7782"/>
                  </a:cubicBezTo>
                  <a:cubicBezTo>
                    <a:pt x="6175" y="7782"/>
                    <a:pt x="6443" y="7614"/>
                    <a:pt x="6634" y="7056"/>
                  </a:cubicBezTo>
                  <a:cubicBezTo>
                    <a:pt x="6981" y="6036"/>
                    <a:pt x="6130" y="5200"/>
                    <a:pt x="6130" y="5200"/>
                  </a:cubicBezTo>
                  <a:cubicBezTo>
                    <a:pt x="6130" y="5200"/>
                    <a:pt x="5743" y="4708"/>
                    <a:pt x="5573" y="3860"/>
                  </a:cubicBezTo>
                  <a:cubicBezTo>
                    <a:pt x="5433" y="3157"/>
                    <a:pt x="5995" y="1690"/>
                    <a:pt x="5526" y="947"/>
                  </a:cubicBezTo>
                  <a:cubicBezTo>
                    <a:pt x="5146" y="346"/>
                    <a:pt x="4684" y="254"/>
                    <a:pt x="4438" y="254"/>
                  </a:cubicBezTo>
                  <a:cubicBezTo>
                    <a:pt x="4331" y="254"/>
                    <a:pt x="4265" y="272"/>
                    <a:pt x="4265" y="272"/>
                  </a:cubicBezTo>
                  <a:cubicBezTo>
                    <a:pt x="3837" y="78"/>
                    <a:pt x="3455" y="0"/>
                    <a:pt x="3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4022800" y="2078900"/>
              <a:ext cx="36400" cy="39800"/>
            </a:xfrm>
            <a:custGeom>
              <a:avLst/>
              <a:gdLst/>
              <a:ahLst/>
              <a:cxnLst/>
              <a:rect l="l" t="t" r="r" b="b"/>
              <a:pathLst>
                <a:path w="1456" h="1592" extrusionOk="0">
                  <a:moveTo>
                    <a:pt x="1405" y="1"/>
                  </a:moveTo>
                  <a:cubicBezTo>
                    <a:pt x="1402" y="1"/>
                    <a:pt x="1398" y="1"/>
                    <a:pt x="1394" y="3"/>
                  </a:cubicBezTo>
                  <a:cubicBezTo>
                    <a:pt x="664" y="211"/>
                    <a:pt x="135" y="796"/>
                    <a:pt x="5" y="1545"/>
                  </a:cubicBezTo>
                  <a:cubicBezTo>
                    <a:pt x="0" y="1573"/>
                    <a:pt x="24" y="1592"/>
                    <a:pt x="46" y="1592"/>
                  </a:cubicBezTo>
                  <a:cubicBezTo>
                    <a:pt x="60" y="1592"/>
                    <a:pt x="73" y="1583"/>
                    <a:pt x="76" y="1564"/>
                  </a:cubicBezTo>
                  <a:cubicBezTo>
                    <a:pt x="200" y="840"/>
                    <a:pt x="706" y="275"/>
                    <a:pt x="1414" y="74"/>
                  </a:cubicBezTo>
                  <a:cubicBezTo>
                    <a:pt x="1456" y="62"/>
                    <a:pt x="1443" y="1"/>
                    <a:pt x="14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4131375" y="2169500"/>
              <a:ext cx="2025" cy="33200"/>
            </a:xfrm>
            <a:custGeom>
              <a:avLst/>
              <a:gdLst/>
              <a:ahLst/>
              <a:cxnLst/>
              <a:rect l="l" t="t" r="r" b="b"/>
              <a:pathLst>
                <a:path w="81" h="1328" extrusionOk="0">
                  <a:moveTo>
                    <a:pt x="41" y="0"/>
                  </a:moveTo>
                  <a:cubicBezTo>
                    <a:pt x="19" y="0"/>
                    <a:pt x="1" y="19"/>
                    <a:pt x="1" y="41"/>
                  </a:cubicBezTo>
                  <a:lnTo>
                    <a:pt x="1" y="1287"/>
                  </a:lnTo>
                  <a:cubicBezTo>
                    <a:pt x="1" y="1308"/>
                    <a:pt x="19" y="1327"/>
                    <a:pt x="41" y="1327"/>
                  </a:cubicBezTo>
                  <a:cubicBezTo>
                    <a:pt x="63" y="1327"/>
                    <a:pt x="80" y="1308"/>
                    <a:pt x="80" y="1287"/>
                  </a:cubicBezTo>
                  <a:lnTo>
                    <a:pt x="80" y="41"/>
                  </a:lnTo>
                  <a:cubicBezTo>
                    <a:pt x="80" y="19"/>
                    <a:pt x="63" y="0"/>
                    <a:pt x="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34" name="Google Shape;234;p24"/>
            <p:cNvSpPr/>
            <p:nvPr/>
          </p:nvSpPr>
          <p:spPr>
            <a:xfrm>
              <a:off x="4123675" y="2192150"/>
              <a:ext cx="17475" cy="23375"/>
            </a:xfrm>
            <a:custGeom>
              <a:avLst/>
              <a:gdLst/>
              <a:ahLst/>
              <a:cxnLst/>
              <a:rect l="l" t="t" r="r" b="b"/>
              <a:pathLst>
                <a:path w="699" h="935" extrusionOk="0">
                  <a:moveTo>
                    <a:pt x="349" y="0"/>
                  </a:moveTo>
                  <a:cubicBezTo>
                    <a:pt x="304" y="0"/>
                    <a:pt x="259" y="22"/>
                    <a:pt x="233" y="66"/>
                  </a:cubicBezTo>
                  <a:lnTo>
                    <a:pt x="26" y="418"/>
                  </a:lnTo>
                  <a:cubicBezTo>
                    <a:pt x="0" y="462"/>
                    <a:pt x="2" y="518"/>
                    <a:pt x="29" y="560"/>
                  </a:cubicBezTo>
                  <a:lnTo>
                    <a:pt x="238" y="875"/>
                  </a:lnTo>
                  <a:cubicBezTo>
                    <a:pt x="264" y="914"/>
                    <a:pt x="307" y="934"/>
                    <a:pt x="349" y="934"/>
                  </a:cubicBezTo>
                  <a:cubicBezTo>
                    <a:pt x="392" y="934"/>
                    <a:pt x="434" y="914"/>
                    <a:pt x="461" y="875"/>
                  </a:cubicBezTo>
                  <a:lnTo>
                    <a:pt x="669" y="560"/>
                  </a:lnTo>
                  <a:cubicBezTo>
                    <a:pt x="697" y="517"/>
                    <a:pt x="698" y="462"/>
                    <a:pt x="672" y="418"/>
                  </a:cubicBezTo>
                  <a:lnTo>
                    <a:pt x="464" y="66"/>
                  </a:lnTo>
                  <a:cubicBezTo>
                    <a:pt x="438" y="22"/>
                    <a:pt x="394" y="0"/>
                    <a:pt x="34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35" name="Google Shape;235;p24"/>
            <p:cNvSpPr/>
            <p:nvPr/>
          </p:nvSpPr>
          <p:spPr>
            <a:xfrm>
              <a:off x="4262200" y="2300500"/>
              <a:ext cx="63150" cy="59200"/>
            </a:xfrm>
            <a:custGeom>
              <a:avLst/>
              <a:gdLst/>
              <a:ahLst/>
              <a:cxnLst/>
              <a:rect l="l" t="t" r="r" b="b"/>
              <a:pathLst>
                <a:path w="2526" h="2368" extrusionOk="0">
                  <a:moveTo>
                    <a:pt x="504" y="0"/>
                  </a:moveTo>
                  <a:lnTo>
                    <a:pt x="504" y="0"/>
                  </a:lnTo>
                  <a:cubicBezTo>
                    <a:pt x="504" y="0"/>
                    <a:pt x="0" y="1720"/>
                    <a:pt x="2262" y="2366"/>
                  </a:cubicBezTo>
                  <a:lnTo>
                    <a:pt x="2262" y="2367"/>
                  </a:lnTo>
                  <a:cubicBezTo>
                    <a:pt x="2262" y="2367"/>
                    <a:pt x="2525" y="2283"/>
                    <a:pt x="2043" y="1633"/>
                  </a:cubicBezTo>
                  <a:cubicBezTo>
                    <a:pt x="1561" y="982"/>
                    <a:pt x="505" y="0"/>
                    <a:pt x="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36" name="Google Shape;236;p24"/>
            <p:cNvSpPr/>
            <p:nvPr/>
          </p:nvSpPr>
          <p:spPr>
            <a:xfrm>
              <a:off x="4269725" y="2261225"/>
              <a:ext cx="64200" cy="86875"/>
            </a:xfrm>
            <a:custGeom>
              <a:avLst/>
              <a:gdLst/>
              <a:ahLst/>
              <a:cxnLst/>
              <a:rect l="l" t="t" r="r" b="b"/>
              <a:pathLst>
                <a:path w="2568" h="3475" extrusionOk="0">
                  <a:moveTo>
                    <a:pt x="1600" y="1"/>
                  </a:moveTo>
                  <a:lnTo>
                    <a:pt x="1" y="2401"/>
                  </a:lnTo>
                  <a:lnTo>
                    <a:pt x="1175" y="3475"/>
                  </a:lnTo>
                  <a:lnTo>
                    <a:pt x="2568" y="444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37" name="Google Shape;237;p24"/>
            <p:cNvSpPr/>
            <p:nvPr/>
          </p:nvSpPr>
          <p:spPr>
            <a:xfrm>
              <a:off x="4134025" y="2245650"/>
              <a:ext cx="184725" cy="220725"/>
            </a:xfrm>
            <a:custGeom>
              <a:avLst/>
              <a:gdLst/>
              <a:ahLst/>
              <a:cxnLst/>
              <a:rect l="l" t="t" r="r" b="b"/>
              <a:pathLst>
                <a:path w="7389" h="8829" extrusionOk="0">
                  <a:moveTo>
                    <a:pt x="1437" y="1"/>
                  </a:moveTo>
                  <a:lnTo>
                    <a:pt x="829" y="1438"/>
                  </a:lnTo>
                  <a:lnTo>
                    <a:pt x="0" y="3392"/>
                  </a:lnTo>
                  <a:cubicBezTo>
                    <a:pt x="0" y="3392"/>
                    <a:pt x="584" y="5191"/>
                    <a:pt x="1227" y="6672"/>
                  </a:cubicBezTo>
                  <a:cubicBezTo>
                    <a:pt x="1526" y="7359"/>
                    <a:pt x="1837" y="7977"/>
                    <a:pt x="2108" y="8316"/>
                  </a:cubicBezTo>
                  <a:cubicBezTo>
                    <a:pt x="2199" y="8429"/>
                    <a:pt x="2298" y="8523"/>
                    <a:pt x="2401" y="8599"/>
                  </a:cubicBezTo>
                  <a:cubicBezTo>
                    <a:pt x="2616" y="8755"/>
                    <a:pt x="2855" y="8828"/>
                    <a:pt x="3107" y="8828"/>
                  </a:cubicBezTo>
                  <a:cubicBezTo>
                    <a:pt x="3658" y="8828"/>
                    <a:pt x="4270" y="8475"/>
                    <a:pt x="4827" y="7851"/>
                  </a:cubicBezTo>
                  <a:cubicBezTo>
                    <a:pt x="5043" y="7609"/>
                    <a:pt x="5250" y="7327"/>
                    <a:pt x="5443" y="7008"/>
                  </a:cubicBezTo>
                  <a:cubicBezTo>
                    <a:pt x="6470" y="5315"/>
                    <a:pt x="7389" y="4561"/>
                    <a:pt x="7389" y="4561"/>
                  </a:cubicBezTo>
                  <a:lnTo>
                    <a:pt x="7389" y="4560"/>
                  </a:lnTo>
                  <a:cubicBezTo>
                    <a:pt x="6934" y="4324"/>
                    <a:pt x="6548" y="3989"/>
                    <a:pt x="6250" y="3588"/>
                  </a:cubicBezTo>
                  <a:cubicBezTo>
                    <a:pt x="5952" y="3188"/>
                    <a:pt x="5742" y="2721"/>
                    <a:pt x="5637" y="2220"/>
                  </a:cubicBezTo>
                  <a:cubicBezTo>
                    <a:pt x="5636" y="2211"/>
                    <a:pt x="5633" y="2203"/>
                    <a:pt x="5631" y="2194"/>
                  </a:cubicBezTo>
                  <a:lnTo>
                    <a:pt x="3515" y="5180"/>
                  </a:lnTo>
                  <a:lnTo>
                    <a:pt x="2415" y="2440"/>
                  </a:lnTo>
                  <a:lnTo>
                    <a:pt x="1672" y="586"/>
                  </a:lnTo>
                  <a:lnTo>
                    <a:pt x="14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38" name="Google Shape;238;p24"/>
            <p:cNvSpPr/>
            <p:nvPr/>
          </p:nvSpPr>
          <p:spPr>
            <a:xfrm>
              <a:off x="4194025" y="2438150"/>
              <a:ext cx="60700" cy="28225"/>
            </a:xfrm>
            <a:custGeom>
              <a:avLst/>
              <a:gdLst/>
              <a:ahLst/>
              <a:cxnLst/>
              <a:rect l="l" t="t" r="r" b="b"/>
              <a:pathLst>
                <a:path w="2428" h="1129" extrusionOk="0">
                  <a:moveTo>
                    <a:pt x="1841" y="1"/>
                  </a:moveTo>
                  <a:cubicBezTo>
                    <a:pt x="1108" y="1"/>
                    <a:pt x="368" y="568"/>
                    <a:pt x="1" y="899"/>
                  </a:cubicBezTo>
                  <a:cubicBezTo>
                    <a:pt x="216" y="1055"/>
                    <a:pt x="455" y="1128"/>
                    <a:pt x="707" y="1128"/>
                  </a:cubicBezTo>
                  <a:cubicBezTo>
                    <a:pt x="1258" y="1128"/>
                    <a:pt x="1870" y="775"/>
                    <a:pt x="2427" y="151"/>
                  </a:cubicBezTo>
                  <a:cubicBezTo>
                    <a:pt x="2372" y="115"/>
                    <a:pt x="2309" y="85"/>
                    <a:pt x="2232" y="60"/>
                  </a:cubicBezTo>
                  <a:cubicBezTo>
                    <a:pt x="2103" y="19"/>
                    <a:pt x="1972" y="1"/>
                    <a:pt x="18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4203625" y="2374000"/>
              <a:ext cx="19325" cy="42875"/>
            </a:xfrm>
            <a:custGeom>
              <a:avLst/>
              <a:gdLst/>
              <a:ahLst/>
              <a:cxnLst/>
              <a:rect l="l" t="t" r="r" b="b"/>
              <a:pathLst>
                <a:path w="773" h="1715" extrusionOk="0">
                  <a:moveTo>
                    <a:pt x="719" y="1"/>
                  </a:moveTo>
                  <a:cubicBezTo>
                    <a:pt x="707" y="1"/>
                    <a:pt x="695" y="7"/>
                    <a:pt x="687" y="21"/>
                  </a:cubicBezTo>
                  <a:cubicBezTo>
                    <a:pt x="401" y="543"/>
                    <a:pt x="175" y="1093"/>
                    <a:pt x="8" y="1665"/>
                  </a:cubicBezTo>
                  <a:cubicBezTo>
                    <a:pt x="0" y="1695"/>
                    <a:pt x="25" y="1715"/>
                    <a:pt x="49" y="1715"/>
                  </a:cubicBezTo>
                  <a:cubicBezTo>
                    <a:pt x="65" y="1715"/>
                    <a:pt x="80" y="1707"/>
                    <a:pt x="85" y="1687"/>
                  </a:cubicBezTo>
                  <a:cubicBezTo>
                    <a:pt x="248" y="1121"/>
                    <a:pt x="473" y="577"/>
                    <a:pt x="756" y="60"/>
                  </a:cubicBezTo>
                  <a:cubicBezTo>
                    <a:pt x="772" y="29"/>
                    <a:pt x="745" y="1"/>
                    <a:pt x="7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4200900" y="2387725"/>
              <a:ext cx="15400" cy="13100"/>
            </a:xfrm>
            <a:custGeom>
              <a:avLst/>
              <a:gdLst/>
              <a:ahLst/>
              <a:cxnLst/>
              <a:rect l="l" t="t" r="r" b="b"/>
              <a:pathLst>
                <a:path w="616" h="524" extrusionOk="0">
                  <a:moveTo>
                    <a:pt x="554" y="0"/>
                  </a:moveTo>
                  <a:cubicBezTo>
                    <a:pt x="545" y="0"/>
                    <a:pt x="537" y="3"/>
                    <a:pt x="528" y="10"/>
                  </a:cubicBezTo>
                  <a:cubicBezTo>
                    <a:pt x="356" y="153"/>
                    <a:pt x="204" y="315"/>
                    <a:pt x="32" y="457"/>
                  </a:cubicBezTo>
                  <a:cubicBezTo>
                    <a:pt x="1" y="483"/>
                    <a:pt x="29" y="524"/>
                    <a:pt x="62" y="524"/>
                  </a:cubicBezTo>
                  <a:cubicBezTo>
                    <a:pt x="70" y="524"/>
                    <a:pt x="80" y="521"/>
                    <a:pt x="88" y="514"/>
                  </a:cubicBezTo>
                  <a:cubicBezTo>
                    <a:pt x="259" y="372"/>
                    <a:pt x="413" y="210"/>
                    <a:pt x="583" y="66"/>
                  </a:cubicBezTo>
                  <a:cubicBezTo>
                    <a:pt x="616" y="41"/>
                    <a:pt x="587" y="0"/>
                    <a:pt x="5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4231375" y="3227425"/>
              <a:ext cx="51675" cy="86825"/>
            </a:xfrm>
            <a:custGeom>
              <a:avLst/>
              <a:gdLst/>
              <a:ahLst/>
              <a:cxnLst/>
              <a:rect l="l" t="t" r="r" b="b"/>
              <a:pathLst>
                <a:path w="2067" h="3473" extrusionOk="0">
                  <a:moveTo>
                    <a:pt x="0" y="1"/>
                  </a:moveTo>
                  <a:lnTo>
                    <a:pt x="780" y="3473"/>
                  </a:lnTo>
                  <a:lnTo>
                    <a:pt x="1979" y="3453"/>
                  </a:lnTo>
                  <a:lnTo>
                    <a:pt x="2066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4226750" y="3225075"/>
              <a:ext cx="69775" cy="37225"/>
            </a:xfrm>
            <a:custGeom>
              <a:avLst/>
              <a:gdLst/>
              <a:ahLst/>
              <a:cxnLst/>
              <a:rect l="l" t="t" r="r" b="b"/>
              <a:pathLst>
                <a:path w="2791" h="1489" extrusionOk="0">
                  <a:moveTo>
                    <a:pt x="2331" y="0"/>
                  </a:moveTo>
                  <a:lnTo>
                    <a:pt x="133" y="167"/>
                  </a:lnTo>
                  <a:cubicBezTo>
                    <a:pt x="133" y="167"/>
                    <a:pt x="0" y="487"/>
                    <a:pt x="83" y="849"/>
                  </a:cubicBezTo>
                  <a:cubicBezTo>
                    <a:pt x="190" y="1320"/>
                    <a:pt x="468" y="1488"/>
                    <a:pt x="468" y="1488"/>
                  </a:cubicBezTo>
                  <a:lnTo>
                    <a:pt x="2208" y="1379"/>
                  </a:lnTo>
                  <a:cubicBezTo>
                    <a:pt x="2208" y="1379"/>
                    <a:pt x="2790" y="843"/>
                    <a:pt x="2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43" name="Google Shape;243;p24"/>
            <p:cNvSpPr/>
            <p:nvPr/>
          </p:nvSpPr>
          <p:spPr>
            <a:xfrm>
              <a:off x="4242200" y="3287700"/>
              <a:ext cx="117775" cy="73400"/>
            </a:xfrm>
            <a:custGeom>
              <a:avLst/>
              <a:gdLst/>
              <a:ahLst/>
              <a:cxnLst/>
              <a:rect l="l" t="t" r="r" b="b"/>
              <a:pathLst>
                <a:path w="4711" h="2936" extrusionOk="0">
                  <a:moveTo>
                    <a:pt x="1704" y="1"/>
                  </a:moveTo>
                  <a:cubicBezTo>
                    <a:pt x="1494" y="1"/>
                    <a:pt x="1313" y="162"/>
                    <a:pt x="1284" y="375"/>
                  </a:cubicBezTo>
                  <a:lnTo>
                    <a:pt x="1207" y="920"/>
                  </a:lnTo>
                  <a:lnTo>
                    <a:pt x="673" y="839"/>
                  </a:lnTo>
                  <a:cubicBezTo>
                    <a:pt x="673" y="839"/>
                    <a:pt x="192" y="390"/>
                    <a:pt x="46" y="390"/>
                  </a:cubicBezTo>
                  <a:cubicBezTo>
                    <a:pt x="16" y="390"/>
                    <a:pt x="0" y="409"/>
                    <a:pt x="5" y="454"/>
                  </a:cubicBezTo>
                  <a:cubicBezTo>
                    <a:pt x="19" y="606"/>
                    <a:pt x="266" y="1662"/>
                    <a:pt x="327" y="2199"/>
                  </a:cubicBezTo>
                  <a:cubicBezTo>
                    <a:pt x="371" y="2600"/>
                    <a:pt x="409" y="2935"/>
                    <a:pt x="409" y="2935"/>
                  </a:cubicBezTo>
                  <a:lnTo>
                    <a:pt x="1364" y="2929"/>
                  </a:lnTo>
                  <a:cubicBezTo>
                    <a:pt x="1408" y="2891"/>
                    <a:pt x="1673" y="2662"/>
                    <a:pt x="1845" y="2662"/>
                  </a:cubicBezTo>
                  <a:cubicBezTo>
                    <a:pt x="1862" y="2662"/>
                    <a:pt x="1877" y="2664"/>
                    <a:pt x="1891" y="2669"/>
                  </a:cubicBezTo>
                  <a:cubicBezTo>
                    <a:pt x="2048" y="2716"/>
                    <a:pt x="2152" y="2882"/>
                    <a:pt x="2177" y="2925"/>
                  </a:cubicBezTo>
                  <a:lnTo>
                    <a:pt x="4710" y="2911"/>
                  </a:lnTo>
                  <a:cubicBezTo>
                    <a:pt x="4662" y="2674"/>
                    <a:pt x="4596" y="2498"/>
                    <a:pt x="4513" y="2364"/>
                  </a:cubicBezTo>
                  <a:cubicBezTo>
                    <a:pt x="4354" y="2109"/>
                    <a:pt x="4139" y="2020"/>
                    <a:pt x="3906" y="2005"/>
                  </a:cubicBezTo>
                  <a:cubicBezTo>
                    <a:pt x="3551" y="1986"/>
                    <a:pt x="2431" y="1246"/>
                    <a:pt x="2431" y="1246"/>
                  </a:cubicBezTo>
                  <a:lnTo>
                    <a:pt x="2430" y="1246"/>
                  </a:lnTo>
                  <a:cubicBezTo>
                    <a:pt x="2430" y="1246"/>
                    <a:pt x="2000" y="677"/>
                    <a:pt x="1975" y="245"/>
                  </a:cubicBezTo>
                  <a:cubicBezTo>
                    <a:pt x="1966" y="84"/>
                    <a:pt x="1872" y="20"/>
                    <a:pt x="1759" y="4"/>
                  </a:cubicBezTo>
                  <a:cubicBezTo>
                    <a:pt x="1741" y="2"/>
                    <a:pt x="1722" y="1"/>
                    <a:pt x="1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44" name="Google Shape;244;p24"/>
            <p:cNvSpPr/>
            <p:nvPr/>
          </p:nvSpPr>
          <p:spPr>
            <a:xfrm>
              <a:off x="4311700" y="3325450"/>
              <a:ext cx="5650" cy="5900"/>
            </a:xfrm>
            <a:custGeom>
              <a:avLst/>
              <a:gdLst/>
              <a:ahLst/>
              <a:cxnLst/>
              <a:rect l="l" t="t" r="r" b="b"/>
              <a:pathLst>
                <a:path w="226" h="236" extrusionOk="0">
                  <a:moveTo>
                    <a:pt x="186" y="1"/>
                  </a:moveTo>
                  <a:cubicBezTo>
                    <a:pt x="178" y="1"/>
                    <a:pt x="171" y="3"/>
                    <a:pt x="164" y="7"/>
                  </a:cubicBezTo>
                  <a:cubicBezTo>
                    <a:pt x="102" y="49"/>
                    <a:pt x="50" y="108"/>
                    <a:pt x="14" y="182"/>
                  </a:cubicBezTo>
                  <a:cubicBezTo>
                    <a:pt x="1" y="209"/>
                    <a:pt x="25" y="235"/>
                    <a:pt x="47" y="235"/>
                  </a:cubicBezTo>
                  <a:cubicBezTo>
                    <a:pt x="57" y="235"/>
                    <a:pt x="66" y="230"/>
                    <a:pt x="72" y="218"/>
                  </a:cubicBezTo>
                  <a:cubicBezTo>
                    <a:pt x="103" y="153"/>
                    <a:pt x="148" y="101"/>
                    <a:pt x="203" y="63"/>
                  </a:cubicBezTo>
                  <a:cubicBezTo>
                    <a:pt x="222" y="52"/>
                    <a:pt x="225" y="26"/>
                    <a:pt x="209" y="11"/>
                  </a:cubicBezTo>
                  <a:lnTo>
                    <a:pt x="208" y="10"/>
                  </a:lnTo>
                  <a:cubicBezTo>
                    <a:pt x="202" y="4"/>
                    <a:pt x="194" y="1"/>
                    <a:pt x="1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4306675" y="3322500"/>
              <a:ext cx="5600" cy="5900"/>
            </a:xfrm>
            <a:custGeom>
              <a:avLst/>
              <a:gdLst/>
              <a:ahLst/>
              <a:cxnLst/>
              <a:rect l="l" t="t" r="r" b="b"/>
              <a:pathLst>
                <a:path w="224" h="236" extrusionOk="0">
                  <a:moveTo>
                    <a:pt x="184" y="1"/>
                  </a:moveTo>
                  <a:cubicBezTo>
                    <a:pt x="177" y="1"/>
                    <a:pt x="170" y="3"/>
                    <a:pt x="164" y="8"/>
                  </a:cubicBezTo>
                  <a:cubicBezTo>
                    <a:pt x="100" y="50"/>
                    <a:pt x="48" y="109"/>
                    <a:pt x="13" y="183"/>
                  </a:cubicBezTo>
                  <a:cubicBezTo>
                    <a:pt x="0" y="210"/>
                    <a:pt x="24" y="236"/>
                    <a:pt x="45" y="236"/>
                  </a:cubicBezTo>
                  <a:cubicBezTo>
                    <a:pt x="55" y="236"/>
                    <a:pt x="64" y="231"/>
                    <a:pt x="70" y="219"/>
                  </a:cubicBezTo>
                  <a:cubicBezTo>
                    <a:pt x="102" y="154"/>
                    <a:pt x="148" y="102"/>
                    <a:pt x="202" y="64"/>
                  </a:cubicBezTo>
                  <a:cubicBezTo>
                    <a:pt x="220" y="52"/>
                    <a:pt x="223" y="26"/>
                    <a:pt x="207" y="10"/>
                  </a:cubicBezTo>
                  <a:cubicBezTo>
                    <a:pt x="201" y="4"/>
                    <a:pt x="192" y="1"/>
                    <a:pt x="1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46" name="Google Shape;246;p24"/>
            <p:cNvSpPr/>
            <p:nvPr/>
          </p:nvSpPr>
          <p:spPr>
            <a:xfrm>
              <a:off x="4301450" y="3319775"/>
              <a:ext cx="5600" cy="5900"/>
            </a:xfrm>
            <a:custGeom>
              <a:avLst/>
              <a:gdLst/>
              <a:ahLst/>
              <a:cxnLst/>
              <a:rect l="l" t="t" r="r" b="b"/>
              <a:pathLst>
                <a:path w="224" h="236" extrusionOk="0">
                  <a:moveTo>
                    <a:pt x="184" y="1"/>
                  </a:moveTo>
                  <a:cubicBezTo>
                    <a:pt x="177" y="1"/>
                    <a:pt x="170" y="3"/>
                    <a:pt x="164" y="6"/>
                  </a:cubicBezTo>
                  <a:cubicBezTo>
                    <a:pt x="102" y="48"/>
                    <a:pt x="48" y="108"/>
                    <a:pt x="14" y="182"/>
                  </a:cubicBezTo>
                  <a:cubicBezTo>
                    <a:pt x="0" y="209"/>
                    <a:pt x="24" y="236"/>
                    <a:pt x="46" y="236"/>
                  </a:cubicBezTo>
                  <a:cubicBezTo>
                    <a:pt x="56" y="236"/>
                    <a:pt x="65" y="231"/>
                    <a:pt x="70" y="219"/>
                  </a:cubicBezTo>
                  <a:cubicBezTo>
                    <a:pt x="102" y="153"/>
                    <a:pt x="148" y="101"/>
                    <a:pt x="202" y="64"/>
                  </a:cubicBezTo>
                  <a:cubicBezTo>
                    <a:pt x="221" y="51"/>
                    <a:pt x="224" y="25"/>
                    <a:pt x="208" y="11"/>
                  </a:cubicBezTo>
                  <a:lnTo>
                    <a:pt x="208" y="9"/>
                  </a:lnTo>
                  <a:cubicBezTo>
                    <a:pt x="201" y="4"/>
                    <a:pt x="193" y="1"/>
                    <a:pt x="18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47" name="Google Shape;247;p24"/>
            <p:cNvSpPr/>
            <p:nvPr/>
          </p:nvSpPr>
          <p:spPr>
            <a:xfrm>
              <a:off x="4243550" y="3338650"/>
              <a:ext cx="123800" cy="22450"/>
            </a:xfrm>
            <a:custGeom>
              <a:avLst/>
              <a:gdLst/>
              <a:ahLst/>
              <a:cxnLst/>
              <a:rect l="l" t="t" r="r" b="b"/>
              <a:pathLst>
                <a:path w="4952" h="898" extrusionOk="0">
                  <a:moveTo>
                    <a:pt x="1670" y="1"/>
                  </a:moveTo>
                  <a:cubicBezTo>
                    <a:pt x="1422" y="1"/>
                    <a:pt x="1174" y="62"/>
                    <a:pt x="956" y="180"/>
                  </a:cubicBezTo>
                  <a:lnTo>
                    <a:pt x="273" y="161"/>
                  </a:lnTo>
                  <a:cubicBezTo>
                    <a:pt x="273" y="161"/>
                    <a:pt x="0" y="215"/>
                    <a:pt x="120" y="576"/>
                  </a:cubicBezTo>
                  <a:cubicBezTo>
                    <a:pt x="196" y="802"/>
                    <a:pt x="355" y="897"/>
                    <a:pt x="355" y="897"/>
                  </a:cubicBezTo>
                  <a:lnTo>
                    <a:pt x="1304" y="897"/>
                  </a:lnTo>
                  <a:cubicBezTo>
                    <a:pt x="1304" y="897"/>
                    <a:pt x="1305" y="896"/>
                    <a:pt x="1310" y="891"/>
                  </a:cubicBezTo>
                  <a:cubicBezTo>
                    <a:pt x="1358" y="849"/>
                    <a:pt x="1614" y="680"/>
                    <a:pt x="1788" y="680"/>
                  </a:cubicBezTo>
                  <a:cubicBezTo>
                    <a:pt x="1981" y="680"/>
                    <a:pt x="2098" y="844"/>
                    <a:pt x="2123" y="887"/>
                  </a:cubicBezTo>
                  <a:cubicBezTo>
                    <a:pt x="2125" y="893"/>
                    <a:pt x="2127" y="897"/>
                    <a:pt x="2127" y="897"/>
                  </a:cubicBezTo>
                  <a:lnTo>
                    <a:pt x="4656" y="897"/>
                  </a:lnTo>
                  <a:cubicBezTo>
                    <a:pt x="4656" y="897"/>
                    <a:pt x="4952" y="654"/>
                    <a:pt x="4656" y="425"/>
                  </a:cubicBezTo>
                  <a:cubicBezTo>
                    <a:pt x="4595" y="377"/>
                    <a:pt x="4529" y="347"/>
                    <a:pt x="4459" y="326"/>
                  </a:cubicBezTo>
                  <a:cubicBezTo>
                    <a:pt x="4377" y="302"/>
                    <a:pt x="4293" y="294"/>
                    <a:pt x="4215" y="294"/>
                  </a:cubicBezTo>
                  <a:cubicBezTo>
                    <a:pt x="4041" y="294"/>
                    <a:pt x="3902" y="336"/>
                    <a:pt x="3902" y="336"/>
                  </a:cubicBezTo>
                  <a:cubicBezTo>
                    <a:pt x="3902" y="336"/>
                    <a:pt x="3389" y="575"/>
                    <a:pt x="2985" y="575"/>
                  </a:cubicBezTo>
                  <a:cubicBezTo>
                    <a:pt x="2931" y="575"/>
                    <a:pt x="2879" y="571"/>
                    <a:pt x="2831" y="561"/>
                  </a:cubicBezTo>
                  <a:cubicBezTo>
                    <a:pt x="2490" y="494"/>
                    <a:pt x="2302" y="99"/>
                    <a:pt x="1962" y="29"/>
                  </a:cubicBezTo>
                  <a:cubicBezTo>
                    <a:pt x="1866" y="10"/>
                    <a:pt x="1768" y="1"/>
                    <a:pt x="1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48" name="Google Shape;248;p24"/>
            <p:cNvSpPr/>
            <p:nvPr/>
          </p:nvSpPr>
          <p:spPr>
            <a:xfrm>
              <a:off x="4036175" y="3227425"/>
              <a:ext cx="52600" cy="92225"/>
            </a:xfrm>
            <a:custGeom>
              <a:avLst/>
              <a:gdLst/>
              <a:ahLst/>
              <a:cxnLst/>
              <a:rect l="l" t="t" r="r" b="b"/>
              <a:pathLst>
                <a:path w="2104" h="3689" extrusionOk="0">
                  <a:moveTo>
                    <a:pt x="2076" y="1"/>
                  </a:moveTo>
                  <a:lnTo>
                    <a:pt x="0" y="192"/>
                  </a:lnTo>
                  <a:lnTo>
                    <a:pt x="904" y="3689"/>
                  </a:lnTo>
                  <a:lnTo>
                    <a:pt x="2104" y="3628"/>
                  </a:lnTo>
                  <a:lnTo>
                    <a:pt x="2076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49" name="Google Shape;249;p24"/>
            <p:cNvSpPr/>
            <p:nvPr/>
          </p:nvSpPr>
          <p:spPr>
            <a:xfrm>
              <a:off x="4033125" y="3229275"/>
              <a:ext cx="69775" cy="37225"/>
            </a:xfrm>
            <a:custGeom>
              <a:avLst/>
              <a:gdLst/>
              <a:ahLst/>
              <a:cxnLst/>
              <a:rect l="l" t="t" r="r" b="b"/>
              <a:pathLst>
                <a:path w="2791" h="1489" extrusionOk="0">
                  <a:moveTo>
                    <a:pt x="2331" y="0"/>
                  </a:moveTo>
                  <a:lnTo>
                    <a:pt x="134" y="167"/>
                  </a:lnTo>
                  <a:cubicBezTo>
                    <a:pt x="134" y="167"/>
                    <a:pt x="0" y="487"/>
                    <a:pt x="83" y="849"/>
                  </a:cubicBezTo>
                  <a:cubicBezTo>
                    <a:pt x="190" y="1320"/>
                    <a:pt x="468" y="1488"/>
                    <a:pt x="468" y="1488"/>
                  </a:cubicBezTo>
                  <a:lnTo>
                    <a:pt x="2208" y="1381"/>
                  </a:lnTo>
                  <a:cubicBezTo>
                    <a:pt x="2208" y="1381"/>
                    <a:pt x="2791" y="844"/>
                    <a:pt x="2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50" name="Google Shape;250;p24"/>
            <p:cNvSpPr/>
            <p:nvPr/>
          </p:nvSpPr>
          <p:spPr>
            <a:xfrm>
              <a:off x="4032250" y="3283850"/>
              <a:ext cx="70300" cy="77250"/>
            </a:xfrm>
            <a:custGeom>
              <a:avLst/>
              <a:gdLst/>
              <a:ahLst/>
              <a:cxnLst/>
              <a:rect l="l" t="t" r="r" b="b"/>
              <a:pathLst>
                <a:path w="2812" h="3090" extrusionOk="0">
                  <a:moveTo>
                    <a:pt x="1402" y="0"/>
                  </a:moveTo>
                  <a:cubicBezTo>
                    <a:pt x="1361" y="0"/>
                    <a:pt x="1319" y="9"/>
                    <a:pt x="1277" y="28"/>
                  </a:cubicBezTo>
                  <a:cubicBezTo>
                    <a:pt x="816" y="238"/>
                    <a:pt x="1000" y="1264"/>
                    <a:pt x="1000" y="1264"/>
                  </a:cubicBezTo>
                  <a:cubicBezTo>
                    <a:pt x="1000" y="1264"/>
                    <a:pt x="955" y="1617"/>
                    <a:pt x="606" y="1929"/>
                  </a:cubicBezTo>
                  <a:cubicBezTo>
                    <a:pt x="350" y="2158"/>
                    <a:pt x="95" y="2326"/>
                    <a:pt x="27" y="2655"/>
                  </a:cubicBezTo>
                  <a:cubicBezTo>
                    <a:pt x="1" y="2775"/>
                    <a:pt x="1" y="2915"/>
                    <a:pt x="34" y="3089"/>
                  </a:cubicBezTo>
                  <a:lnTo>
                    <a:pt x="2733" y="3089"/>
                  </a:lnTo>
                  <a:cubicBezTo>
                    <a:pt x="2733" y="3089"/>
                    <a:pt x="2811" y="2937"/>
                    <a:pt x="2682" y="2518"/>
                  </a:cubicBezTo>
                  <a:cubicBezTo>
                    <a:pt x="2657" y="2434"/>
                    <a:pt x="2627" y="2329"/>
                    <a:pt x="2595" y="2214"/>
                  </a:cubicBezTo>
                  <a:cubicBezTo>
                    <a:pt x="2472" y="1762"/>
                    <a:pt x="2326" y="1171"/>
                    <a:pt x="2326" y="1171"/>
                  </a:cubicBezTo>
                  <a:cubicBezTo>
                    <a:pt x="2326" y="1171"/>
                    <a:pt x="1882" y="0"/>
                    <a:pt x="1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51" name="Google Shape;251;p24"/>
            <p:cNvSpPr/>
            <p:nvPr/>
          </p:nvSpPr>
          <p:spPr>
            <a:xfrm>
              <a:off x="4046025" y="3299050"/>
              <a:ext cx="51050" cy="29700"/>
            </a:xfrm>
            <a:custGeom>
              <a:avLst/>
              <a:gdLst/>
              <a:ahLst/>
              <a:cxnLst/>
              <a:rect l="l" t="t" r="r" b="b"/>
              <a:pathLst>
                <a:path w="2042" h="1188" extrusionOk="0">
                  <a:moveTo>
                    <a:pt x="290" y="1"/>
                  </a:moveTo>
                  <a:cubicBezTo>
                    <a:pt x="260" y="1"/>
                    <a:pt x="149" y="14"/>
                    <a:pt x="80" y="202"/>
                  </a:cubicBezTo>
                  <a:cubicBezTo>
                    <a:pt x="0" y="420"/>
                    <a:pt x="556" y="1187"/>
                    <a:pt x="556" y="1187"/>
                  </a:cubicBezTo>
                  <a:lnTo>
                    <a:pt x="1934" y="1187"/>
                  </a:lnTo>
                  <a:cubicBezTo>
                    <a:pt x="1934" y="1187"/>
                    <a:pt x="2041" y="631"/>
                    <a:pt x="1985" y="317"/>
                  </a:cubicBezTo>
                  <a:cubicBezTo>
                    <a:pt x="1928" y="2"/>
                    <a:pt x="1710" y="1"/>
                    <a:pt x="1710" y="1"/>
                  </a:cubicBezTo>
                  <a:cubicBezTo>
                    <a:pt x="1587" y="184"/>
                    <a:pt x="1389" y="245"/>
                    <a:pt x="1180" y="245"/>
                  </a:cubicBezTo>
                  <a:cubicBezTo>
                    <a:pt x="761" y="245"/>
                    <a:pt x="297" y="1"/>
                    <a:pt x="297" y="1"/>
                  </a:cubicBezTo>
                  <a:cubicBezTo>
                    <a:pt x="297" y="1"/>
                    <a:pt x="294" y="1"/>
                    <a:pt x="2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4057775" y="3315225"/>
              <a:ext cx="16525" cy="5050"/>
            </a:xfrm>
            <a:custGeom>
              <a:avLst/>
              <a:gdLst/>
              <a:ahLst/>
              <a:cxnLst/>
              <a:rect l="l" t="t" r="r" b="b"/>
              <a:pathLst>
                <a:path w="661" h="202" extrusionOk="0">
                  <a:moveTo>
                    <a:pt x="318" y="1"/>
                  </a:moveTo>
                  <a:cubicBezTo>
                    <a:pt x="219" y="1"/>
                    <a:pt x="119" y="35"/>
                    <a:pt x="31" y="103"/>
                  </a:cubicBezTo>
                  <a:cubicBezTo>
                    <a:pt x="0" y="128"/>
                    <a:pt x="29" y="169"/>
                    <a:pt x="62" y="169"/>
                  </a:cubicBezTo>
                  <a:cubicBezTo>
                    <a:pt x="71" y="169"/>
                    <a:pt x="80" y="166"/>
                    <a:pt x="88" y="159"/>
                  </a:cubicBezTo>
                  <a:cubicBezTo>
                    <a:pt x="157" y="106"/>
                    <a:pt x="236" y="79"/>
                    <a:pt x="314" y="79"/>
                  </a:cubicBezTo>
                  <a:cubicBezTo>
                    <a:pt x="408" y="79"/>
                    <a:pt x="502" y="117"/>
                    <a:pt x="576" y="190"/>
                  </a:cubicBezTo>
                  <a:cubicBezTo>
                    <a:pt x="584" y="198"/>
                    <a:pt x="593" y="202"/>
                    <a:pt x="602" y="202"/>
                  </a:cubicBezTo>
                  <a:cubicBezTo>
                    <a:pt x="633" y="202"/>
                    <a:pt x="661" y="161"/>
                    <a:pt x="633" y="133"/>
                  </a:cubicBezTo>
                  <a:cubicBezTo>
                    <a:pt x="542" y="45"/>
                    <a:pt x="430" y="1"/>
                    <a:pt x="3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4055850" y="3321525"/>
              <a:ext cx="16525" cy="5050"/>
            </a:xfrm>
            <a:custGeom>
              <a:avLst/>
              <a:gdLst/>
              <a:ahLst/>
              <a:cxnLst/>
              <a:rect l="l" t="t" r="r" b="b"/>
              <a:pathLst>
                <a:path w="661" h="202" extrusionOk="0">
                  <a:moveTo>
                    <a:pt x="319" y="1"/>
                  </a:moveTo>
                  <a:cubicBezTo>
                    <a:pt x="220" y="1"/>
                    <a:pt x="121" y="35"/>
                    <a:pt x="33" y="103"/>
                  </a:cubicBezTo>
                  <a:cubicBezTo>
                    <a:pt x="1" y="128"/>
                    <a:pt x="30" y="168"/>
                    <a:pt x="64" y="168"/>
                  </a:cubicBezTo>
                  <a:cubicBezTo>
                    <a:pt x="72" y="168"/>
                    <a:pt x="81" y="166"/>
                    <a:pt x="89" y="160"/>
                  </a:cubicBezTo>
                  <a:cubicBezTo>
                    <a:pt x="158" y="106"/>
                    <a:pt x="237" y="79"/>
                    <a:pt x="315" y="79"/>
                  </a:cubicBezTo>
                  <a:cubicBezTo>
                    <a:pt x="409" y="79"/>
                    <a:pt x="502" y="117"/>
                    <a:pt x="576" y="190"/>
                  </a:cubicBezTo>
                  <a:cubicBezTo>
                    <a:pt x="585" y="198"/>
                    <a:pt x="594" y="202"/>
                    <a:pt x="603" y="202"/>
                  </a:cubicBezTo>
                  <a:cubicBezTo>
                    <a:pt x="634" y="202"/>
                    <a:pt x="661" y="161"/>
                    <a:pt x="633" y="133"/>
                  </a:cubicBezTo>
                  <a:cubicBezTo>
                    <a:pt x="542" y="45"/>
                    <a:pt x="431" y="1"/>
                    <a:pt x="3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54" name="Google Shape;254;p24"/>
            <p:cNvSpPr/>
            <p:nvPr/>
          </p:nvSpPr>
          <p:spPr>
            <a:xfrm>
              <a:off x="4053950" y="3327325"/>
              <a:ext cx="16550" cy="5050"/>
            </a:xfrm>
            <a:custGeom>
              <a:avLst/>
              <a:gdLst/>
              <a:ahLst/>
              <a:cxnLst/>
              <a:rect l="l" t="t" r="r" b="b"/>
              <a:pathLst>
                <a:path w="662" h="202" extrusionOk="0">
                  <a:moveTo>
                    <a:pt x="319" y="1"/>
                  </a:moveTo>
                  <a:cubicBezTo>
                    <a:pt x="220" y="1"/>
                    <a:pt x="120" y="35"/>
                    <a:pt x="32" y="103"/>
                  </a:cubicBezTo>
                  <a:cubicBezTo>
                    <a:pt x="0" y="128"/>
                    <a:pt x="29" y="169"/>
                    <a:pt x="62" y="169"/>
                  </a:cubicBezTo>
                  <a:cubicBezTo>
                    <a:pt x="71" y="169"/>
                    <a:pt x="80" y="166"/>
                    <a:pt x="89" y="159"/>
                  </a:cubicBezTo>
                  <a:cubicBezTo>
                    <a:pt x="158" y="105"/>
                    <a:pt x="236" y="79"/>
                    <a:pt x="314" y="79"/>
                  </a:cubicBezTo>
                  <a:cubicBezTo>
                    <a:pt x="408" y="79"/>
                    <a:pt x="501" y="117"/>
                    <a:pt x="575" y="190"/>
                  </a:cubicBezTo>
                  <a:cubicBezTo>
                    <a:pt x="584" y="198"/>
                    <a:pt x="594" y="201"/>
                    <a:pt x="603" y="201"/>
                  </a:cubicBezTo>
                  <a:cubicBezTo>
                    <a:pt x="634" y="201"/>
                    <a:pt x="661" y="161"/>
                    <a:pt x="632" y="133"/>
                  </a:cubicBezTo>
                  <a:cubicBezTo>
                    <a:pt x="542" y="45"/>
                    <a:pt x="431" y="1"/>
                    <a:pt x="3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4032250" y="3339075"/>
              <a:ext cx="70300" cy="22025"/>
            </a:xfrm>
            <a:custGeom>
              <a:avLst/>
              <a:gdLst/>
              <a:ahLst/>
              <a:cxnLst/>
              <a:rect l="l" t="t" r="r" b="b"/>
              <a:pathLst>
                <a:path w="2812" h="881" extrusionOk="0">
                  <a:moveTo>
                    <a:pt x="2542" y="0"/>
                  </a:moveTo>
                  <a:cubicBezTo>
                    <a:pt x="2462" y="0"/>
                    <a:pt x="2370" y="36"/>
                    <a:pt x="2318" y="170"/>
                  </a:cubicBezTo>
                  <a:cubicBezTo>
                    <a:pt x="2221" y="423"/>
                    <a:pt x="2030" y="477"/>
                    <a:pt x="1852" y="477"/>
                  </a:cubicBezTo>
                  <a:cubicBezTo>
                    <a:pt x="1834" y="477"/>
                    <a:pt x="1817" y="477"/>
                    <a:pt x="1800" y="476"/>
                  </a:cubicBezTo>
                  <a:cubicBezTo>
                    <a:pt x="1620" y="468"/>
                    <a:pt x="1323" y="157"/>
                    <a:pt x="855" y="157"/>
                  </a:cubicBezTo>
                  <a:cubicBezTo>
                    <a:pt x="830" y="157"/>
                    <a:pt x="804" y="158"/>
                    <a:pt x="777" y="160"/>
                  </a:cubicBezTo>
                  <a:cubicBezTo>
                    <a:pt x="383" y="190"/>
                    <a:pt x="344" y="458"/>
                    <a:pt x="118" y="458"/>
                  </a:cubicBezTo>
                  <a:cubicBezTo>
                    <a:pt x="91" y="458"/>
                    <a:pt x="60" y="454"/>
                    <a:pt x="27" y="446"/>
                  </a:cubicBezTo>
                  <a:lnTo>
                    <a:pt x="27" y="446"/>
                  </a:lnTo>
                  <a:cubicBezTo>
                    <a:pt x="1" y="566"/>
                    <a:pt x="1" y="706"/>
                    <a:pt x="34" y="880"/>
                  </a:cubicBezTo>
                  <a:lnTo>
                    <a:pt x="2733" y="880"/>
                  </a:lnTo>
                  <a:cubicBezTo>
                    <a:pt x="2733" y="880"/>
                    <a:pt x="2811" y="728"/>
                    <a:pt x="2682" y="309"/>
                  </a:cubicBezTo>
                  <a:cubicBezTo>
                    <a:pt x="2657" y="225"/>
                    <a:pt x="2627" y="120"/>
                    <a:pt x="2595" y="5"/>
                  </a:cubicBezTo>
                  <a:cubicBezTo>
                    <a:pt x="2578" y="2"/>
                    <a:pt x="2561" y="0"/>
                    <a:pt x="25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4019150" y="2407000"/>
              <a:ext cx="134200" cy="53925"/>
            </a:xfrm>
            <a:custGeom>
              <a:avLst/>
              <a:gdLst/>
              <a:ahLst/>
              <a:cxnLst/>
              <a:rect l="l" t="t" r="r" b="b"/>
              <a:pathLst>
                <a:path w="5368" h="2157" extrusionOk="0">
                  <a:moveTo>
                    <a:pt x="120" y="1"/>
                  </a:moveTo>
                  <a:cubicBezTo>
                    <a:pt x="120" y="1"/>
                    <a:pt x="125" y="69"/>
                    <a:pt x="128" y="176"/>
                  </a:cubicBezTo>
                  <a:cubicBezTo>
                    <a:pt x="133" y="357"/>
                    <a:pt x="136" y="650"/>
                    <a:pt x="109" y="921"/>
                  </a:cubicBezTo>
                  <a:cubicBezTo>
                    <a:pt x="90" y="1110"/>
                    <a:pt x="57" y="1289"/>
                    <a:pt x="0" y="1412"/>
                  </a:cubicBezTo>
                  <a:cubicBezTo>
                    <a:pt x="0" y="1412"/>
                    <a:pt x="1225" y="2157"/>
                    <a:pt x="2963" y="2157"/>
                  </a:cubicBezTo>
                  <a:cubicBezTo>
                    <a:pt x="3622" y="2157"/>
                    <a:pt x="4356" y="2050"/>
                    <a:pt x="5124" y="1754"/>
                  </a:cubicBezTo>
                  <a:lnTo>
                    <a:pt x="5269" y="921"/>
                  </a:lnTo>
                  <a:lnTo>
                    <a:pt x="5346" y="486"/>
                  </a:lnTo>
                  <a:lnTo>
                    <a:pt x="5368" y="358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4021850" y="2411375"/>
              <a:ext cx="130950" cy="22425"/>
            </a:xfrm>
            <a:custGeom>
              <a:avLst/>
              <a:gdLst/>
              <a:ahLst/>
              <a:cxnLst/>
              <a:rect l="l" t="t" r="r" b="b"/>
              <a:pathLst>
                <a:path w="5238" h="897" extrusionOk="0">
                  <a:moveTo>
                    <a:pt x="20" y="1"/>
                  </a:moveTo>
                  <a:cubicBezTo>
                    <a:pt x="25" y="182"/>
                    <a:pt x="28" y="475"/>
                    <a:pt x="1" y="746"/>
                  </a:cubicBezTo>
                  <a:cubicBezTo>
                    <a:pt x="1030" y="843"/>
                    <a:pt x="1991" y="896"/>
                    <a:pt x="2871" y="896"/>
                  </a:cubicBezTo>
                  <a:cubicBezTo>
                    <a:pt x="3711" y="896"/>
                    <a:pt x="4478" y="848"/>
                    <a:pt x="5161" y="746"/>
                  </a:cubicBezTo>
                  <a:lnTo>
                    <a:pt x="5238" y="311"/>
                  </a:lnTo>
                  <a:lnTo>
                    <a:pt x="20" y="1"/>
                  </a:ln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3965625" y="2454850"/>
              <a:ext cx="154975" cy="782200"/>
            </a:xfrm>
            <a:custGeom>
              <a:avLst/>
              <a:gdLst/>
              <a:ahLst/>
              <a:cxnLst/>
              <a:rect l="l" t="t" r="r" b="b"/>
              <a:pathLst>
                <a:path w="6199" h="31288" extrusionOk="0">
                  <a:moveTo>
                    <a:pt x="2967" y="0"/>
                  </a:moveTo>
                  <a:cubicBezTo>
                    <a:pt x="2967" y="0"/>
                    <a:pt x="236" y="1007"/>
                    <a:pt x="119" y="4041"/>
                  </a:cubicBezTo>
                  <a:cubicBezTo>
                    <a:pt x="0" y="7073"/>
                    <a:pt x="1039" y="18545"/>
                    <a:pt x="1181" y="20757"/>
                  </a:cubicBezTo>
                  <a:cubicBezTo>
                    <a:pt x="1317" y="22891"/>
                    <a:pt x="1707" y="27880"/>
                    <a:pt x="1888" y="30166"/>
                  </a:cubicBezTo>
                  <a:cubicBezTo>
                    <a:pt x="1938" y="30803"/>
                    <a:pt x="2469" y="31288"/>
                    <a:pt x="3101" y="31288"/>
                  </a:cubicBezTo>
                  <a:cubicBezTo>
                    <a:pt x="3123" y="31288"/>
                    <a:pt x="3145" y="31287"/>
                    <a:pt x="3167" y="31286"/>
                  </a:cubicBezTo>
                  <a:lnTo>
                    <a:pt x="5017" y="31185"/>
                  </a:lnTo>
                  <a:cubicBezTo>
                    <a:pt x="5686" y="31148"/>
                    <a:pt x="6199" y="30578"/>
                    <a:pt x="6166" y="29908"/>
                  </a:cubicBezTo>
                  <a:cubicBezTo>
                    <a:pt x="5914" y="24944"/>
                    <a:pt x="4978" y="6318"/>
                    <a:pt x="5034" y="4782"/>
                  </a:cubicBezTo>
                  <a:cubicBezTo>
                    <a:pt x="5098" y="3008"/>
                    <a:pt x="4969" y="846"/>
                    <a:pt x="4969" y="846"/>
                  </a:cubicBezTo>
                  <a:lnTo>
                    <a:pt x="29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4036275" y="3234300"/>
              <a:ext cx="57300" cy="3825"/>
            </a:xfrm>
            <a:custGeom>
              <a:avLst/>
              <a:gdLst/>
              <a:ahLst/>
              <a:cxnLst/>
              <a:rect l="l" t="t" r="r" b="b"/>
              <a:pathLst>
                <a:path w="2292" h="153" extrusionOk="0">
                  <a:moveTo>
                    <a:pt x="2245" y="0"/>
                  </a:moveTo>
                  <a:cubicBezTo>
                    <a:pt x="2244" y="0"/>
                    <a:pt x="2242" y="0"/>
                    <a:pt x="2240" y="1"/>
                  </a:cubicBezTo>
                  <a:cubicBezTo>
                    <a:pt x="1842" y="69"/>
                    <a:pt x="1435" y="93"/>
                    <a:pt x="1029" y="93"/>
                  </a:cubicBezTo>
                  <a:cubicBezTo>
                    <a:pt x="698" y="93"/>
                    <a:pt x="367" y="77"/>
                    <a:pt x="39" y="57"/>
                  </a:cubicBezTo>
                  <a:cubicBezTo>
                    <a:pt x="39" y="57"/>
                    <a:pt x="38" y="57"/>
                    <a:pt x="37" y="57"/>
                  </a:cubicBezTo>
                  <a:cubicBezTo>
                    <a:pt x="0" y="57"/>
                    <a:pt x="1" y="114"/>
                    <a:pt x="39" y="117"/>
                  </a:cubicBezTo>
                  <a:cubicBezTo>
                    <a:pt x="365" y="137"/>
                    <a:pt x="693" y="153"/>
                    <a:pt x="1022" y="153"/>
                  </a:cubicBezTo>
                  <a:cubicBezTo>
                    <a:pt x="1436" y="153"/>
                    <a:pt x="1850" y="128"/>
                    <a:pt x="2256" y="59"/>
                  </a:cubicBezTo>
                  <a:cubicBezTo>
                    <a:pt x="2292" y="52"/>
                    <a:pt x="2279" y="0"/>
                    <a:pt x="22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4028550" y="2867100"/>
              <a:ext cx="54750" cy="8275"/>
            </a:xfrm>
            <a:custGeom>
              <a:avLst/>
              <a:gdLst/>
              <a:ahLst/>
              <a:cxnLst/>
              <a:rect l="l" t="t" r="r" b="b"/>
              <a:pathLst>
                <a:path w="2190" h="331" extrusionOk="0">
                  <a:moveTo>
                    <a:pt x="2127" y="1"/>
                  </a:moveTo>
                  <a:cubicBezTo>
                    <a:pt x="2121" y="1"/>
                    <a:pt x="2115" y="2"/>
                    <a:pt x="2109" y="5"/>
                  </a:cubicBezTo>
                  <a:cubicBezTo>
                    <a:pt x="1768" y="169"/>
                    <a:pt x="1397" y="251"/>
                    <a:pt x="1026" y="251"/>
                  </a:cubicBezTo>
                  <a:cubicBezTo>
                    <a:pt x="698" y="251"/>
                    <a:pt x="371" y="187"/>
                    <a:pt x="63" y="60"/>
                  </a:cubicBezTo>
                  <a:cubicBezTo>
                    <a:pt x="58" y="58"/>
                    <a:pt x="53" y="57"/>
                    <a:pt x="49" y="57"/>
                  </a:cubicBezTo>
                  <a:cubicBezTo>
                    <a:pt x="12" y="57"/>
                    <a:pt x="0" y="120"/>
                    <a:pt x="41" y="137"/>
                  </a:cubicBezTo>
                  <a:cubicBezTo>
                    <a:pt x="356" y="266"/>
                    <a:pt x="690" y="331"/>
                    <a:pt x="1023" y="331"/>
                  </a:cubicBezTo>
                  <a:cubicBezTo>
                    <a:pt x="1409" y="331"/>
                    <a:pt x="1795" y="245"/>
                    <a:pt x="2149" y="75"/>
                  </a:cubicBezTo>
                  <a:cubicBezTo>
                    <a:pt x="2189" y="54"/>
                    <a:pt x="2164" y="1"/>
                    <a:pt x="21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4072675" y="2450825"/>
              <a:ext cx="239775" cy="782650"/>
            </a:xfrm>
            <a:custGeom>
              <a:avLst/>
              <a:gdLst/>
              <a:ahLst/>
              <a:cxnLst/>
              <a:rect l="l" t="t" r="r" b="b"/>
              <a:pathLst>
                <a:path w="9591" h="31306" extrusionOk="0">
                  <a:moveTo>
                    <a:pt x="481" y="1"/>
                  </a:moveTo>
                  <a:cubicBezTo>
                    <a:pt x="184" y="450"/>
                    <a:pt x="0" y="1255"/>
                    <a:pt x="9" y="2588"/>
                  </a:cubicBezTo>
                  <a:lnTo>
                    <a:pt x="5146" y="30566"/>
                  </a:lnTo>
                  <a:cubicBezTo>
                    <a:pt x="5224" y="30989"/>
                    <a:pt x="5591" y="31299"/>
                    <a:pt x="6021" y="31304"/>
                  </a:cubicBezTo>
                  <a:cubicBezTo>
                    <a:pt x="6125" y="31305"/>
                    <a:pt x="6238" y="31305"/>
                    <a:pt x="6356" y="31305"/>
                  </a:cubicBezTo>
                  <a:cubicBezTo>
                    <a:pt x="7100" y="31305"/>
                    <a:pt x="8079" y="31277"/>
                    <a:pt x="8787" y="31153"/>
                  </a:cubicBezTo>
                  <a:cubicBezTo>
                    <a:pt x="9266" y="31069"/>
                    <a:pt x="9591" y="30621"/>
                    <a:pt x="9523" y="30139"/>
                  </a:cubicBezTo>
                  <a:cubicBezTo>
                    <a:pt x="9015" y="26591"/>
                    <a:pt x="6747" y="10857"/>
                    <a:pt x="6060" y="8226"/>
                  </a:cubicBezTo>
                  <a:lnTo>
                    <a:pt x="6062" y="8226"/>
                  </a:lnTo>
                  <a:cubicBezTo>
                    <a:pt x="5623" y="6546"/>
                    <a:pt x="5566" y="5713"/>
                    <a:pt x="5224" y="4474"/>
                  </a:cubicBezTo>
                  <a:cubicBezTo>
                    <a:pt x="4936" y="4358"/>
                    <a:pt x="4287" y="2649"/>
                    <a:pt x="4013" y="2498"/>
                  </a:cubicBezTo>
                  <a:cubicBezTo>
                    <a:pt x="3631" y="2285"/>
                    <a:pt x="3257" y="2053"/>
                    <a:pt x="2872" y="1840"/>
                  </a:cubicBezTo>
                  <a:cubicBezTo>
                    <a:pt x="2583" y="1681"/>
                    <a:pt x="2298" y="1516"/>
                    <a:pt x="2020" y="1341"/>
                  </a:cubicBezTo>
                  <a:cubicBezTo>
                    <a:pt x="1455" y="983"/>
                    <a:pt x="867" y="566"/>
                    <a:pt x="4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4229600" y="3229400"/>
              <a:ext cx="55175" cy="4675"/>
            </a:xfrm>
            <a:custGeom>
              <a:avLst/>
              <a:gdLst/>
              <a:ahLst/>
              <a:cxnLst/>
              <a:rect l="l" t="t" r="r" b="b"/>
              <a:pathLst>
                <a:path w="2207" h="187" extrusionOk="0">
                  <a:moveTo>
                    <a:pt x="2173" y="1"/>
                  </a:moveTo>
                  <a:cubicBezTo>
                    <a:pt x="2172" y="1"/>
                    <a:pt x="2170" y="1"/>
                    <a:pt x="2169" y="1"/>
                  </a:cubicBezTo>
                  <a:cubicBezTo>
                    <a:pt x="1541" y="85"/>
                    <a:pt x="910" y="126"/>
                    <a:pt x="277" y="126"/>
                  </a:cubicBezTo>
                  <a:cubicBezTo>
                    <a:pt x="198" y="126"/>
                    <a:pt x="119" y="126"/>
                    <a:pt x="40" y="124"/>
                  </a:cubicBezTo>
                  <a:cubicBezTo>
                    <a:pt x="39" y="124"/>
                    <a:pt x="39" y="124"/>
                    <a:pt x="38" y="124"/>
                  </a:cubicBezTo>
                  <a:cubicBezTo>
                    <a:pt x="0" y="124"/>
                    <a:pt x="1" y="182"/>
                    <a:pt x="40" y="184"/>
                  </a:cubicBezTo>
                  <a:cubicBezTo>
                    <a:pt x="124" y="185"/>
                    <a:pt x="209" y="186"/>
                    <a:pt x="293" y="186"/>
                  </a:cubicBezTo>
                  <a:cubicBezTo>
                    <a:pt x="921" y="186"/>
                    <a:pt x="1546" y="144"/>
                    <a:pt x="2169" y="61"/>
                  </a:cubicBezTo>
                  <a:cubicBezTo>
                    <a:pt x="2205" y="56"/>
                    <a:pt x="2207" y="1"/>
                    <a:pt x="21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4205600" y="2857250"/>
              <a:ext cx="48950" cy="10200"/>
            </a:xfrm>
            <a:custGeom>
              <a:avLst/>
              <a:gdLst/>
              <a:ahLst/>
              <a:cxnLst/>
              <a:rect l="l" t="t" r="r" b="b"/>
              <a:pathLst>
                <a:path w="1958" h="408" extrusionOk="0">
                  <a:moveTo>
                    <a:pt x="1901" y="0"/>
                  </a:moveTo>
                  <a:cubicBezTo>
                    <a:pt x="1894" y="0"/>
                    <a:pt x="1887" y="2"/>
                    <a:pt x="1880" y="6"/>
                  </a:cubicBezTo>
                  <a:cubicBezTo>
                    <a:pt x="1546" y="219"/>
                    <a:pt x="1166" y="328"/>
                    <a:pt x="782" y="328"/>
                  </a:cubicBezTo>
                  <a:cubicBezTo>
                    <a:pt x="540" y="328"/>
                    <a:pt x="297" y="285"/>
                    <a:pt x="64" y="198"/>
                  </a:cubicBezTo>
                  <a:cubicBezTo>
                    <a:pt x="59" y="196"/>
                    <a:pt x="54" y="195"/>
                    <a:pt x="50" y="195"/>
                  </a:cubicBezTo>
                  <a:cubicBezTo>
                    <a:pt x="13" y="195"/>
                    <a:pt x="0" y="259"/>
                    <a:pt x="42" y="274"/>
                  </a:cubicBezTo>
                  <a:cubicBezTo>
                    <a:pt x="282" y="364"/>
                    <a:pt x="531" y="408"/>
                    <a:pt x="780" y="408"/>
                  </a:cubicBezTo>
                  <a:cubicBezTo>
                    <a:pt x="1179" y="408"/>
                    <a:pt x="1575" y="295"/>
                    <a:pt x="1921" y="76"/>
                  </a:cubicBezTo>
                  <a:cubicBezTo>
                    <a:pt x="1957" y="53"/>
                    <a:pt x="1935" y="0"/>
                    <a:pt x="19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4098500" y="2604425"/>
              <a:ext cx="119125" cy="617625"/>
            </a:xfrm>
            <a:custGeom>
              <a:avLst/>
              <a:gdLst/>
              <a:ahLst/>
              <a:cxnLst/>
              <a:rect l="l" t="t" r="r" b="b"/>
              <a:pathLst>
                <a:path w="4765" h="24705" extrusionOk="0">
                  <a:moveTo>
                    <a:pt x="78" y="0"/>
                  </a:moveTo>
                  <a:lnTo>
                    <a:pt x="0" y="16"/>
                  </a:lnTo>
                  <a:lnTo>
                    <a:pt x="4687" y="24705"/>
                  </a:lnTo>
                  <a:lnTo>
                    <a:pt x="4765" y="24690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3997700" y="2435975"/>
              <a:ext cx="205600" cy="126725"/>
            </a:xfrm>
            <a:custGeom>
              <a:avLst/>
              <a:gdLst/>
              <a:ahLst/>
              <a:cxnLst/>
              <a:rect l="l" t="t" r="r" b="b"/>
              <a:pathLst>
                <a:path w="8224" h="5069" extrusionOk="0">
                  <a:moveTo>
                    <a:pt x="858" y="1"/>
                  </a:moveTo>
                  <a:cubicBezTo>
                    <a:pt x="525" y="1112"/>
                    <a:pt x="1" y="1939"/>
                    <a:pt x="1" y="1939"/>
                  </a:cubicBezTo>
                  <a:cubicBezTo>
                    <a:pt x="721" y="3285"/>
                    <a:pt x="8223" y="5068"/>
                    <a:pt x="8223" y="5068"/>
                  </a:cubicBezTo>
                  <a:cubicBezTo>
                    <a:pt x="7240" y="2269"/>
                    <a:pt x="6099" y="400"/>
                    <a:pt x="6099" y="400"/>
                  </a:cubicBezTo>
                  <a:cubicBezTo>
                    <a:pt x="5379" y="518"/>
                    <a:pt x="4721" y="564"/>
                    <a:pt x="4132" y="564"/>
                  </a:cubicBezTo>
                  <a:cubicBezTo>
                    <a:pt x="2066" y="564"/>
                    <a:pt x="858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4131325" y="2470000"/>
              <a:ext cx="70750" cy="86650"/>
            </a:xfrm>
            <a:custGeom>
              <a:avLst/>
              <a:gdLst/>
              <a:ahLst/>
              <a:cxnLst/>
              <a:rect l="l" t="t" r="r" b="b"/>
              <a:pathLst>
                <a:path w="2830" h="3466" extrusionOk="0">
                  <a:moveTo>
                    <a:pt x="39" y="1"/>
                  </a:moveTo>
                  <a:cubicBezTo>
                    <a:pt x="19" y="1"/>
                    <a:pt x="0" y="14"/>
                    <a:pt x="3" y="39"/>
                  </a:cubicBezTo>
                  <a:cubicBezTo>
                    <a:pt x="117" y="1615"/>
                    <a:pt x="1331" y="2920"/>
                    <a:pt x="2767" y="3462"/>
                  </a:cubicBezTo>
                  <a:cubicBezTo>
                    <a:pt x="2772" y="3464"/>
                    <a:pt x="2777" y="3465"/>
                    <a:pt x="2781" y="3465"/>
                  </a:cubicBezTo>
                  <a:cubicBezTo>
                    <a:pt x="2818" y="3465"/>
                    <a:pt x="2830" y="3402"/>
                    <a:pt x="2788" y="3385"/>
                  </a:cubicBezTo>
                  <a:cubicBezTo>
                    <a:pt x="1388" y="2857"/>
                    <a:pt x="194" y="1576"/>
                    <a:pt x="82" y="39"/>
                  </a:cubicBezTo>
                  <a:cubicBezTo>
                    <a:pt x="80" y="14"/>
                    <a:pt x="59" y="1"/>
                    <a:pt x="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3970000" y="2467950"/>
              <a:ext cx="77025" cy="72575"/>
            </a:xfrm>
            <a:custGeom>
              <a:avLst/>
              <a:gdLst/>
              <a:ahLst/>
              <a:cxnLst/>
              <a:rect l="l" t="t" r="r" b="b"/>
              <a:pathLst>
                <a:path w="3081" h="2903" extrusionOk="0">
                  <a:moveTo>
                    <a:pt x="3041" y="0"/>
                  </a:moveTo>
                  <a:cubicBezTo>
                    <a:pt x="3022" y="0"/>
                    <a:pt x="3001" y="13"/>
                    <a:pt x="3001" y="38"/>
                  </a:cubicBezTo>
                  <a:cubicBezTo>
                    <a:pt x="2982" y="787"/>
                    <a:pt x="2669" y="1516"/>
                    <a:pt x="2127" y="2036"/>
                  </a:cubicBezTo>
                  <a:cubicBezTo>
                    <a:pt x="1597" y="2545"/>
                    <a:pt x="876" y="2823"/>
                    <a:pt x="144" y="2823"/>
                  </a:cubicBezTo>
                  <a:cubicBezTo>
                    <a:pt x="113" y="2823"/>
                    <a:pt x="82" y="2822"/>
                    <a:pt x="51" y="2821"/>
                  </a:cubicBezTo>
                  <a:cubicBezTo>
                    <a:pt x="51" y="2821"/>
                    <a:pt x="50" y="2821"/>
                    <a:pt x="50" y="2821"/>
                  </a:cubicBezTo>
                  <a:cubicBezTo>
                    <a:pt x="0" y="2821"/>
                    <a:pt x="1" y="2900"/>
                    <a:pt x="51" y="2901"/>
                  </a:cubicBezTo>
                  <a:cubicBezTo>
                    <a:pt x="83" y="2902"/>
                    <a:pt x="116" y="2903"/>
                    <a:pt x="148" y="2903"/>
                  </a:cubicBezTo>
                  <a:cubicBezTo>
                    <a:pt x="899" y="2903"/>
                    <a:pt x="1640" y="2613"/>
                    <a:pt x="2183" y="2093"/>
                  </a:cubicBezTo>
                  <a:cubicBezTo>
                    <a:pt x="2740" y="1558"/>
                    <a:pt x="3061" y="808"/>
                    <a:pt x="3080" y="38"/>
                  </a:cubicBezTo>
                  <a:cubicBezTo>
                    <a:pt x="3081" y="13"/>
                    <a:pt x="3061" y="0"/>
                    <a:pt x="30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4081925" y="2525850"/>
              <a:ext cx="10300" cy="92350"/>
            </a:xfrm>
            <a:custGeom>
              <a:avLst/>
              <a:gdLst/>
              <a:ahLst/>
              <a:cxnLst/>
              <a:rect l="l" t="t" r="r" b="b"/>
              <a:pathLst>
                <a:path w="412" h="3694" extrusionOk="0">
                  <a:moveTo>
                    <a:pt x="39" y="0"/>
                  </a:moveTo>
                  <a:cubicBezTo>
                    <a:pt x="19" y="0"/>
                    <a:pt x="0" y="13"/>
                    <a:pt x="3" y="39"/>
                  </a:cubicBezTo>
                  <a:cubicBezTo>
                    <a:pt x="101" y="1244"/>
                    <a:pt x="232" y="2448"/>
                    <a:pt x="330" y="3655"/>
                  </a:cubicBezTo>
                  <a:cubicBezTo>
                    <a:pt x="332" y="3680"/>
                    <a:pt x="354" y="3693"/>
                    <a:pt x="374" y="3693"/>
                  </a:cubicBezTo>
                  <a:cubicBezTo>
                    <a:pt x="393" y="3693"/>
                    <a:pt x="412" y="3681"/>
                    <a:pt x="410" y="3655"/>
                  </a:cubicBezTo>
                  <a:cubicBezTo>
                    <a:pt x="311" y="2448"/>
                    <a:pt x="181" y="1244"/>
                    <a:pt x="82" y="39"/>
                  </a:cubicBezTo>
                  <a:cubicBezTo>
                    <a:pt x="80" y="13"/>
                    <a:pt x="59" y="0"/>
                    <a:pt x="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4086150" y="2527825"/>
              <a:ext cx="13200" cy="50800"/>
            </a:xfrm>
            <a:custGeom>
              <a:avLst/>
              <a:gdLst/>
              <a:ahLst/>
              <a:cxnLst/>
              <a:rect l="l" t="t" r="r" b="b"/>
              <a:pathLst>
                <a:path w="528" h="2032" extrusionOk="0">
                  <a:moveTo>
                    <a:pt x="358" y="0"/>
                  </a:moveTo>
                  <a:cubicBezTo>
                    <a:pt x="335" y="0"/>
                    <a:pt x="309" y="20"/>
                    <a:pt x="315" y="50"/>
                  </a:cubicBezTo>
                  <a:cubicBezTo>
                    <a:pt x="374" y="406"/>
                    <a:pt x="415" y="765"/>
                    <a:pt x="435" y="1126"/>
                  </a:cubicBezTo>
                  <a:cubicBezTo>
                    <a:pt x="444" y="1278"/>
                    <a:pt x="455" y="1433"/>
                    <a:pt x="445" y="1585"/>
                  </a:cubicBezTo>
                  <a:cubicBezTo>
                    <a:pt x="435" y="1732"/>
                    <a:pt x="346" y="1957"/>
                    <a:pt x="183" y="1957"/>
                  </a:cubicBezTo>
                  <a:cubicBezTo>
                    <a:pt x="152" y="1957"/>
                    <a:pt x="118" y="1949"/>
                    <a:pt x="81" y="1930"/>
                  </a:cubicBezTo>
                  <a:cubicBezTo>
                    <a:pt x="75" y="1927"/>
                    <a:pt x="69" y="1925"/>
                    <a:pt x="62" y="1925"/>
                  </a:cubicBezTo>
                  <a:cubicBezTo>
                    <a:pt x="25" y="1925"/>
                    <a:pt x="1" y="1980"/>
                    <a:pt x="41" y="2000"/>
                  </a:cubicBezTo>
                  <a:cubicBezTo>
                    <a:pt x="84" y="2021"/>
                    <a:pt x="128" y="2032"/>
                    <a:pt x="172" y="2032"/>
                  </a:cubicBezTo>
                  <a:cubicBezTo>
                    <a:pt x="256" y="2032"/>
                    <a:pt x="338" y="1994"/>
                    <a:pt x="402" y="1929"/>
                  </a:cubicBezTo>
                  <a:cubicBezTo>
                    <a:pt x="516" y="1811"/>
                    <a:pt x="528" y="1635"/>
                    <a:pt x="528" y="1480"/>
                  </a:cubicBezTo>
                  <a:cubicBezTo>
                    <a:pt x="525" y="994"/>
                    <a:pt x="471" y="507"/>
                    <a:pt x="391" y="29"/>
                  </a:cubicBezTo>
                  <a:cubicBezTo>
                    <a:pt x="388" y="9"/>
                    <a:pt x="374" y="0"/>
                    <a:pt x="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4014250" y="2457550"/>
              <a:ext cx="145100" cy="17625"/>
            </a:xfrm>
            <a:custGeom>
              <a:avLst/>
              <a:gdLst/>
              <a:ahLst/>
              <a:cxnLst/>
              <a:rect l="l" t="t" r="r" b="b"/>
              <a:pathLst>
                <a:path w="5804" h="705" extrusionOk="0">
                  <a:moveTo>
                    <a:pt x="58" y="1"/>
                  </a:moveTo>
                  <a:cubicBezTo>
                    <a:pt x="28" y="1"/>
                    <a:pt x="0" y="41"/>
                    <a:pt x="28" y="69"/>
                  </a:cubicBezTo>
                  <a:cubicBezTo>
                    <a:pt x="335" y="381"/>
                    <a:pt x="867" y="421"/>
                    <a:pt x="1274" y="495"/>
                  </a:cubicBezTo>
                  <a:cubicBezTo>
                    <a:pt x="1796" y="589"/>
                    <a:pt x="2321" y="662"/>
                    <a:pt x="2852" y="691"/>
                  </a:cubicBezTo>
                  <a:cubicBezTo>
                    <a:pt x="3017" y="700"/>
                    <a:pt x="3184" y="704"/>
                    <a:pt x="3351" y="704"/>
                  </a:cubicBezTo>
                  <a:cubicBezTo>
                    <a:pt x="4174" y="704"/>
                    <a:pt x="5004" y="586"/>
                    <a:pt x="5763" y="260"/>
                  </a:cubicBezTo>
                  <a:cubicBezTo>
                    <a:pt x="5804" y="243"/>
                    <a:pt x="5778" y="187"/>
                    <a:pt x="5740" y="187"/>
                  </a:cubicBezTo>
                  <a:cubicBezTo>
                    <a:pt x="5734" y="187"/>
                    <a:pt x="5729" y="188"/>
                    <a:pt x="5723" y="191"/>
                  </a:cubicBezTo>
                  <a:cubicBezTo>
                    <a:pt x="4977" y="511"/>
                    <a:pt x="4161" y="625"/>
                    <a:pt x="3352" y="625"/>
                  </a:cubicBezTo>
                  <a:cubicBezTo>
                    <a:pt x="3202" y="625"/>
                    <a:pt x="3053" y="621"/>
                    <a:pt x="2904" y="614"/>
                  </a:cubicBezTo>
                  <a:cubicBezTo>
                    <a:pt x="2389" y="588"/>
                    <a:pt x="1878" y="521"/>
                    <a:pt x="1372" y="431"/>
                  </a:cubicBezTo>
                  <a:cubicBezTo>
                    <a:pt x="1141" y="391"/>
                    <a:pt x="907" y="350"/>
                    <a:pt x="679" y="294"/>
                  </a:cubicBezTo>
                  <a:cubicBezTo>
                    <a:pt x="464" y="241"/>
                    <a:pt x="243" y="173"/>
                    <a:pt x="85" y="13"/>
                  </a:cubicBezTo>
                  <a:cubicBezTo>
                    <a:pt x="76" y="4"/>
                    <a:pt x="67" y="1"/>
                    <a:pt x="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3983975" y="2221125"/>
              <a:ext cx="195100" cy="204950"/>
            </a:xfrm>
            <a:custGeom>
              <a:avLst/>
              <a:gdLst/>
              <a:ahLst/>
              <a:cxnLst/>
              <a:rect l="l" t="t" r="r" b="b"/>
              <a:pathLst>
                <a:path w="7804" h="8198" extrusionOk="0">
                  <a:moveTo>
                    <a:pt x="5984" y="0"/>
                  </a:moveTo>
                  <a:cubicBezTo>
                    <a:pt x="5877" y="0"/>
                    <a:pt x="5766" y="2"/>
                    <a:pt x="5652" y="7"/>
                  </a:cubicBezTo>
                  <a:cubicBezTo>
                    <a:pt x="4570" y="49"/>
                    <a:pt x="3206" y="268"/>
                    <a:pt x="3206" y="268"/>
                  </a:cubicBezTo>
                  <a:cubicBezTo>
                    <a:pt x="3206" y="268"/>
                    <a:pt x="3147" y="294"/>
                    <a:pt x="3043" y="340"/>
                  </a:cubicBezTo>
                  <a:cubicBezTo>
                    <a:pt x="2644" y="512"/>
                    <a:pt x="1593" y="957"/>
                    <a:pt x="664" y="1245"/>
                  </a:cubicBezTo>
                  <a:cubicBezTo>
                    <a:pt x="410" y="1324"/>
                    <a:pt x="244" y="1466"/>
                    <a:pt x="141" y="1651"/>
                  </a:cubicBezTo>
                  <a:cubicBezTo>
                    <a:pt x="35" y="1847"/>
                    <a:pt x="0" y="2089"/>
                    <a:pt x="15" y="2357"/>
                  </a:cubicBezTo>
                  <a:cubicBezTo>
                    <a:pt x="50" y="3019"/>
                    <a:pt x="383" y="3836"/>
                    <a:pt x="664" y="4459"/>
                  </a:cubicBezTo>
                  <a:cubicBezTo>
                    <a:pt x="790" y="4741"/>
                    <a:pt x="893" y="5105"/>
                    <a:pt x="975" y="5490"/>
                  </a:cubicBezTo>
                  <a:cubicBezTo>
                    <a:pt x="1220" y="6630"/>
                    <a:pt x="1287" y="7962"/>
                    <a:pt x="1287" y="7962"/>
                  </a:cubicBezTo>
                  <a:cubicBezTo>
                    <a:pt x="2992" y="8036"/>
                    <a:pt x="4841" y="8198"/>
                    <a:pt x="6040" y="8198"/>
                  </a:cubicBezTo>
                  <a:cubicBezTo>
                    <a:pt x="6545" y="8198"/>
                    <a:pt x="6934" y="8169"/>
                    <a:pt x="7150" y="8093"/>
                  </a:cubicBezTo>
                  <a:cubicBezTo>
                    <a:pt x="7150" y="8093"/>
                    <a:pt x="7182" y="7915"/>
                    <a:pt x="7229" y="7653"/>
                  </a:cubicBezTo>
                  <a:cubicBezTo>
                    <a:pt x="7306" y="7228"/>
                    <a:pt x="7424" y="6587"/>
                    <a:pt x="7510" y="6136"/>
                  </a:cubicBezTo>
                  <a:cubicBezTo>
                    <a:pt x="7635" y="5490"/>
                    <a:pt x="7770" y="4388"/>
                    <a:pt x="7797" y="3268"/>
                  </a:cubicBezTo>
                  <a:cubicBezTo>
                    <a:pt x="7802" y="3127"/>
                    <a:pt x="7803" y="2987"/>
                    <a:pt x="7803" y="2848"/>
                  </a:cubicBezTo>
                  <a:cubicBezTo>
                    <a:pt x="7803" y="2394"/>
                    <a:pt x="7760" y="1957"/>
                    <a:pt x="7674" y="1567"/>
                  </a:cubicBezTo>
                  <a:cubicBezTo>
                    <a:pt x="7522" y="875"/>
                    <a:pt x="7241" y="333"/>
                    <a:pt x="6847" y="118"/>
                  </a:cubicBezTo>
                  <a:cubicBezTo>
                    <a:pt x="6689" y="32"/>
                    <a:pt x="6370" y="0"/>
                    <a:pt x="59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4015550" y="2410850"/>
              <a:ext cx="149825" cy="7475"/>
            </a:xfrm>
            <a:custGeom>
              <a:avLst/>
              <a:gdLst/>
              <a:ahLst/>
              <a:cxnLst/>
              <a:rect l="l" t="t" r="r" b="b"/>
              <a:pathLst>
                <a:path w="5993" h="299" extrusionOk="0">
                  <a:moveTo>
                    <a:pt x="49" y="0"/>
                  </a:moveTo>
                  <a:cubicBezTo>
                    <a:pt x="1" y="0"/>
                    <a:pt x="2" y="77"/>
                    <a:pt x="51" y="80"/>
                  </a:cubicBezTo>
                  <a:cubicBezTo>
                    <a:pt x="1042" y="147"/>
                    <a:pt x="2035" y="178"/>
                    <a:pt x="3026" y="238"/>
                  </a:cubicBezTo>
                  <a:cubicBezTo>
                    <a:pt x="3580" y="271"/>
                    <a:pt x="4130" y="299"/>
                    <a:pt x="4680" y="299"/>
                  </a:cubicBezTo>
                  <a:cubicBezTo>
                    <a:pt x="5100" y="299"/>
                    <a:pt x="5520" y="283"/>
                    <a:pt x="5942" y="242"/>
                  </a:cubicBezTo>
                  <a:cubicBezTo>
                    <a:pt x="5990" y="238"/>
                    <a:pt x="5992" y="162"/>
                    <a:pt x="5946" y="162"/>
                  </a:cubicBezTo>
                  <a:cubicBezTo>
                    <a:pt x="5944" y="162"/>
                    <a:pt x="5943" y="162"/>
                    <a:pt x="5942" y="162"/>
                  </a:cubicBezTo>
                  <a:cubicBezTo>
                    <a:pt x="5520" y="203"/>
                    <a:pt x="5100" y="219"/>
                    <a:pt x="4680" y="219"/>
                  </a:cubicBezTo>
                  <a:cubicBezTo>
                    <a:pt x="4130" y="219"/>
                    <a:pt x="3580" y="192"/>
                    <a:pt x="3026" y="158"/>
                  </a:cubicBezTo>
                  <a:cubicBezTo>
                    <a:pt x="2035" y="99"/>
                    <a:pt x="1042" y="67"/>
                    <a:pt x="51" y="0"/>
                  </a:cubicBezTo>
                  <a:cubicBezTo>
                    <a:pt x="51" y="0"/>
                    <a:pt x="50" y="0"/>
                    <a:pt x="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4125250" y="2221125"/>
              <a:ext cx="69175" cy="85550"/>
            </a:xfrm>
            <a:custGeom>
              <a:avLst/>
              <a:gdLst/>
              <a:ahLst/>
              <a:cxnLst/>
              <a:rect l="l" t="t" r="r" b="b"/>
              <a:pathLst>
                <a:path w="2767" h="3422" extrusionOk="0">
                  <a:moveTo>
                    <a:pt x="333" y="0"/>
                  </a:moveTo>
                  <a:cubicBezTo>
                    <a:pt x="226" y="0"/>
                    <a:pt x="115" y="2"/>
                    <a:pt x="1" y="7"/>
                  </a:cubicBezTo>
                  <a:cubicBezTo>
                    <a:pt x="141" y="450"/>
                    <a:pt x="540" y="1579"/>
                    <a:pt x="1180" y="2419"/>
                  </a:cubicBezTo>
                  <a:cubicBezTo>
                    <a:pt x="1457" y="2782"/>
                    <a:pt x="1780" y="3093"/>
                    <a:pt x="2146" y="3268"/>
                  </a:cubicBezTo>
                  <a:cubicBezTo>
                    <a:pt x="2340" y="3361"/>
                    <a:pt x="2548" y="3416"/>
                    <a:pt x="2766" y="3421"/>
                  </a:cubicBezTo>
                  <a:lnTo>
                    <a:pt x="2023" y="1567"/>
                  </a:lnTo>
                  <a:cubicBezTo>
                    <a:pt x="1871" y="875"/>
                    <a:pt x="1590" y="333"/>
                    <a:pt x="1196" y="118"/>
                  </a:cubicBezTo>
                  <a:cubicBezTo>
                    <a:pt x="1038" y="32"/>
                    <a:pt x="719" y="0"/>
                    <a:pt x="333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4023300" y="2336275"/>
              <a:ext cx="12625" cy="84775"/>
            </a:xfrm>
            <a:custGeom>
              <a:avLst/>
              <a:gdLst/>
              <a:ahLst/>
              <a:cxnLst/>
              <a:rect l="l" t="t" r="r" b="b"/>
              <a:pathLst>
                <a:path w="505" h="3391" extrusionOk="0">
                  <a:moveTo>
                    <a:pt x="49" y="0"/>
                  </a:moveTo>
                  <a:cubicBezTo>
                    <a:pt x="25" y="0"/>
                    <a:pt x="0" y="20"/>
                    <a:pt x="8" y="50"/>
                  </a:cubicBezTo>
                  <a:cubicBezTo>
                    <a:pt x="295" y="1126"/>
                    <a:pt x="424" y="2237"/>
                    <a:pt x="393" y="3351"/>
                  </a:cubicBezTo>
                  <a:cubicBezTo>
                    <a:pt x="393" y="3377"/>
                    <a:pt x="412" y="3390"/>
                    <a:pt x="432" y="3390"/>
                  </a:cubicBezTo>
                  <a:cubicBezTo>
                    <a:pt x="452" y="3390"/>
                    <a:pt x="472" y="3377"/>
                    <a:pt x="473" y="3351"/>
                  </a:cubicBezTo>
                  <a:cubicBezTo>
                    <a:pt x="505" y="2231"/>
                    <a:pt x="373" y="1112"/>
                    <a:pt x="85" y="28"/>
                  </a:cubicBezTo>
                  <a:cubicBezTo>
                    <a:pt x="80" y="8"/>
                    <a:pt x="65" y="0"/>
                    <a:pt x="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4077350" y="2240475"/>
              <a:ext cx="48500" cy="29350"/>
            </a:xfrm>
            <a:custGeom>
              <a:avLst/>
              <a:gdLst/>
              <a:ahLst/>
              <a:cxnLst/>
              <a:rect l="l" t="t" r="r" b="b"/>
              <a:pathLst>
                <a:path w="1940" h="1174" extrusionOk="0">
                  <a:moveTo>
                    <a:pt x="1900" y="0"/>
                  </a:moveTo>
                  <a:cubicBezTo>
                    <a:pt x="1880" y="0"/>
                    <a:pt x="1860" y="13"/>
                    <a:pt x="1860" y="38"/>
                  </a:cubicBezTo>
                  <a:cubicBezTo>
                    <a:pt x="1859" y="453"/>
                    <a:pt x="1613" y="850"/>
                    <a:pt x="1227" y="1015"/>
                  </a:cubicBezTo>
                  <a:cubicBezTo>
                    <a:pt x="1101" y="1069"/>
                    <a:pt x="966" y="1095"/>
                    <a:pt x="832" y="1095"/>
                  </a:cubicBezTo>
                  <a:cubicBezTo>
                    <a:pt x="559" y="1095"/>
                    <a:pt x="287" y="989"/>
                    <a:pt x="86" y="797"/>
                  </a:cubicBezTo>
                  <a:cubicBezTo>
                    <a:pt x="78" y="790"/>
                    <a:pt x="69" y="787"/>
                    <a:pt x="60" y="787"/>
                  </a:cubicBezTo>
                  <a:cubicBezTo>
                    <a:pt x="29" y="787"/>
                    <a:pt x="1" y="827"/>
                    <a:pt x="29" y="854"/>
                  </a:cubicBezTo>
                  <a:cubicBezTo>
                    <a:pt x="245" y="1059"/>
                    <a:pt x="538" y="1173"/>
                    <a:pt x="832" y="1173"/>
                  </a:cubicBezTo>
                  <a:cubicBezTo>
                    <a:pt x="977" y="1173"/>
                    <a:pt x="1123" y="1146"/>
                    <a:pt x="1259" y="1087"/>
                  </a:cubicBezTo>
                  <a:cubicBezTo>
                    <a:pt x="1672" y="912"/>
                    <a:pt x="1939" y="483"/>
                    <a:pt x="1940" y="38"/>
                  </a:cubicBezTo>
                  <a:cubicBezTo>
                    <a:pt x="1940" y="13"/>
                    <a:pt x="1920" y="0"/>
                    <a:pt x="19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4162925" y="2264175"/>
              <a:ext cx="31925" cy="148650"/>
            </a:xfrm>
            <a:custGeom>
              <a:avLst/>
              <a:gdLst/>
              <a:ahLst/>
              <a:cxnLst/>
              <a:rect l="l" t="t" r="r" b="b"/>
              <a:pathLst>
                <a:path w="1277" h="5946" extrusionOk="0">
                  <a:moveTo>
                    <a:pt x="178" y="0"/>
                  </a:moveTo>
                  <a:cubicBezTo>
                    <a:pt x="158" y="0"/>
                    <a:pt x="137" y="13"/>
                    <a:pt x="134" y="38"/>
                  </a:cubicBezTo>
                  <a:cubicBezTo>
                    <a:pt x="15" y="937"/>
                    <a:pt x="747" y="1601"/>
                    <a:pt x="1036" y="2385"/>
                  </a:cubicBezTo>
                  <a:cubicBezTo>
                    <a:pt x="1190" y="2800"/>
                    <a:pt x="1198" y="3258"/>
                    <a:pt x="1043" y="3675"/>
                  </a:cubicBezTo>
                  <a:cubicBezTo>
                    <a:pt x="887" y="4095"/>
                    <a:pt x="571" y="4416"/>
                    <a:pt x="300" y="4763"/>
                  </a:cubicBezTo>
                  <a:cubicBezTo>
                    <a:pt x="37" y="5099"/>
                    <a:pt x="0" y="5493"/>
                    <a:pt x="21" y="5908"/>
                  </a:cubicBezTo>
                  <a:cubicBezTo>
                    <a:pt x="22" y="5933"/>
                    <a:pt x="43" y="5946"/>
                    <a:pt x="63" y="5946"/>
                  </a:cubicBezTo>
                  <a:cubicBezTo>
                    <a:pt x="83" y="5946"/>
                    <a:pt x="102" y="5933"/>
                    <a:pt x="100" y="5908"/>
                  </a:cubicBezTo>
                  <a:cubicBezTo>
                    <a:pt x="90" y="5701"/>
                    <a:pt x="87" y="5491"/>
                    <a:pt x="132" y="5288"/>
                  </a:cubicBezTo>
                  <a:cubicBezTo>
                    <a:pt x="182" y="5070"/>
                    <a:pt x="289" y="4901"/>
                    <a:pt x="428" y="4730"/>
                  </a:cubicBezTo>
                  <a:cubicBezTo>
                    <a:pt x="674" y="4424"/>
                    <a:pt x="946" y="4129"/>
                    <a:pt x="1096" y="3759"/>
                  </a:cubicBezTo>
                  <a:cubicBezTo>
                    <a:pt x="1243" y="3396"/>
                    <a:pt x="1277" y="2989"/>
                    <a:pt x="1187" y="2606"/>
                  </a:cubicBezTo>
                  <a:cubicBezTo>
                    <a:pt x="1091" y="2202"/>
                    <a:pt x="865" y="1847"/>
                    <a:pt x="657" y="1494"/>
                  </a:cubicBezTo>
                  <a:cubicBezTo>
                    <a:pt x="394" y="1052"/>
                    <a:pt x="144" y="568"/>
                    <a:pt x="213" y="38"/>
                  </a:cubicBezTo>
                  <a:cubicBezTo>
                    <a:pt x="216" y="13"/>
                    <a:pt x="198" y="0"/>
                    <a:pt x="1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4164400" y="2264150"/>
              <a:ext cx="16150" cy="39400"/>
            </a:xfrm>
            <a:custGeom>
              <a:avLst/>
              <a:gdLst/>
              <a:ahLst/>
              <a:cxnLst/>
              <a:rect l="l" t="t" r="r" b="b"/>
              <a:pathLst>
                <a:path w="646" h="1576" extrusionOk="0">
                  <a:moveTo>
                    <a:pt x="119" y="1"/>
                  </a:moveTo>
                  <a:cubicBezTo>
                    <a:pt x="99" y="1"/>
                    <a:pt x="78" y="13"/>
                    <a:pt x="75" y="39"/>
                  </a:cubicBezTo>
                  <a:cubicBezTo>
                    <a:pt x="1" y="594"/>
                    <a:pt x="251" y="1059"/>
                    <a:pt x="522" y="1516"/>
                  </a:cubicBezTo>
                  <a:cubicBezTo>
                    <a:pt x="541" y="1527"/>
                    <a:pt x="561" y="1537"/>
                    <a:pt x="580" y="1547"/>
                  </a:cubicBezTo>
                  <a:cubicBezTo>
                    <a:pt x="602" y="1557"/>
                    <a:pt x="624" y="1567"/>
                    <a:pt x="645" y="1576"/>
                  </a:cubicBezTo>
                  <a:cubicBezTo>
                    <a:pt x="630" y="1548"/>
                    <a:pt x="614" y="1522"/>
                    <a:pt x="598" y="1495"/>
                  </a:cubicBezTo>
                  <a:cubicBezTo>
                    <a:pt x="592" y="1486"/>
                    <a:pt x="588" y="1479"/>
                    <a:pt x="582" y="1470"/>
                  </a:cubicBezTo>
                  <a:cubicBezTo>
                    <a:pt x="325" y="1034"/>
                    <a:pt x="85" y="559"/>
                    <a:pt x="154" y="39"/>
                  </a:cubicBezTo>
                  <a:cubicBezTo>
                    <a:pt x="157" y="13"/>
                    <a:pt x="139" y="1"/>
                    <a:pt x="119" y="1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4060000" y="2170250"/>
              <a:ext cx="56275" cy="84150"/>
            </a:xfrm>
            <a:custGeom>
              <a:avLst/>
              <a:gdLst/>
              <a:ahLst/>
              <a:cxnLst/>
              <a:rect l="l" t="t" r="r" b="b"/>
              <a:pathLst>
                <a:path w="2251" h="3366" extrusionOk="0">
                  <a:moveTo>
                    <a:pt x="254" y="1"/>
                  </a:moveTo>
                  <a:lnTo>
                    <a:pt x="2" y="2637"/>
                  </a:lnTo>
                  <a:lnTo>
                    <a:pt x="0" y="2637"/>
                  </a:lnTo>
                  <a:cubicBezTo>
                    <a:pt x="241" y="2935"/>
                    <a:pt x="1011" y="3366"/>
                    <a:pt x="1583" y="3366"/>
                  </a:cubicBezTo>
                  <a:cubicBezTo>
                    <a:pt x="1944" y="3366"/>
                    <a:pt x="2226" y="3195"/>
                    <a:pt x="2250" y="2714"/>
                  </a:cubicBezTo>
                  <a:lnTo>
                    <a:pt x="2104" y="2053"/>
                  </a:lnTo>
                  <a:lnTo>
                    <a:pt x="1946" y="1332"/>
                  </a:lnTo>
                  <a:lnTo>
                    <a:pt x="1834" y="828"/>
                  </a:lnTo>
                  <a:lnTo>
                    <a:pt x="254" y="1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4075600" y="2190750"/>
              <a:ext cx="39100" cy="40400"/>
            </a:xfrm>
            <a:custGeom>
              <a:avLst/>
              <a:gdLst/>
              <a:ahLst/>
              <a:cxnLst/>
              <a:rect l="l" t="t" r="r" b="b"/>
              <a:pathLst>
                <a:path w="1564" h="1616" extrusionOk="0">
                  <a:moveTo>
                    <a:pt x="1" y="1"/>
                  </a:moveTo>
                  <a:cubicBezTo>
                    <a:pt x="676" y="1181"/>
                    <a:pt x="1305" y="1615"/>
                    <a:pt x="1537" y="1615"/>
                  </a:cubicBezTo>
                  <a:cubicBezTo>
                    <a:pt x="1546" y="1615"/>
                    <a:pt x="1555" y="1614"/>
                    <a:pt x="1564" y="1613"/>
                  </a:cubicBezTo>
                  <a:lnTo>
                    <a:pt x="1318" y="4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4027475" y="2100575"/>
              <a:ext cx="114175" cy="102875"/>
            </a:xfrm>
            <a:custGeom>
              <a:avLst/>
              <a:gdLst/>
              <a:ahLst/>
              <a:cxnLst/>
              <a:rect l="l" t="t" r="r" b="b"/>
              <a:pathLst>
                <a:path w="4567" h="4115" extrusionOk="0">
                  <a:moveTo>
                    <a:pt x="2755" y="1"/>
                  </a:moveTo>
                  <a:cubicBezTo>
                    <a:pt x="2692" y="1"/>
                    <a:pt x="2630" y="3"/>
                    <a:pt x="2567" y="9"/>
                  </a:cubicBezTo>
                  <a:cubicBezTo>
                    <a:pt x="0" y="241"/>
                    <a:pt x="741" y="1761"/>
                    <a:pt x="1022" y="2462"/>
                  </a:cubicBezTo>
                  <a:cubicBezTo>
                    <a:pt x="1217" y="2950"/>
                    <a:pt x="1377" y="3102"/>
                    <a:pt x="1797" y="3553"/>
                  </a:cubicBezTo>
                  <a:cubicBezTo>
                    <a:pt x="2166" y="3950"/>
                    <a:pt x="2743" y="4115"/>
                    <a:pt x="3040" y="4115"/>
                  </a:cubicBezTo>
                  <a:cubicBezTo>
                    <a:pt x="3046" y="4115"/>
                    <a:pt x="3051" y="4115"/>
                    <a:pt x="3056" y="4115"/>
                  </a:cubicBezTo>
                  <a:cubicBezTo>
                    <a:pt x="4119" y="4093"/>
                    <a:pt x="4567" y="3616"/>
                    <a:pt x="4294" y="2198"/>
                  </a:cubicBezTo>
                  <a:cubicBezTo>
                    <a:pt x="4123" y="1317"/>
                    <a:pt x="4320" y="796"/>
                    <a:pt x="4060" y="476"/>
                  </a:cubicBezTo>
                  <a:cubicBezTo>
                    <a:pt x="4042" y="461"/>
                    <a:pt x="4026" y="447"/>
                    <a:pt x="4009" y="434"/>
                  </a:cubicBezTo>
                  <a:cubicBezTo>
                    <a:pt x="3654" y="148"/>
                    <a:pt x="3209" y="1"/>
                    <a:pt x="2755" y="1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4032650" y="2096450"/>
              <a:ext cx="103325" cy="62350"/>
            </a:xfrm>
            <a:custGeom>
              <a:avLst/>
              <a:gdLst/>
              <a:ahLst/>
              <a:cxnLst/>
              <a:rect l="l" t="t" r="r" b="b"/>
              <a:pathLst>
                <a:path w="4133" h="2494" extrusionOk="0">
                  <a:moveTo>
                    <a:pt x="2383" y="0"/>
                  </a:moveTo>
                  <a:cubicBezTo>
                    <a:pt x="1591" y="0"/>
                    <a:pt x="678" y="249"/>
                    <a:pt x="390" y="591"/>
                  </a:cubicBezTo>
                  <a:cubicBezTo>
                    <a:pt x="1" y="1053"/>
                    <a:pt x="589" y="2472"/>
                    <a:pt x="589" y="2472"/>
                  </a:cubicBezTo>
                  <a:cubicBezTo>
                    <a:pt x="589" y="2472"/>
                    <a:pt x="716" y="2493"/>
                    <a:pt x="880" y="2493"/>
                  </a:cubicBezTo>
                  <a:cubicBezTo>
                    <a:pt x="1069" y="2493"/>
                    <a:pt x="1307" y="2465"/>
                    <a:pt x="1455" y="2341"/>
                  </a:cubicBezTo>
                  <a:cubicBezTo>
                    <a:pt x="1729" y="2111"/>
                    <a:pt x="1462" y="1692"/>
                    <a:pt x="1712" y="1692"/>
                  </a:cubicBezTo>
                  <a:cubicBezTo>
                    <a:pt x="1714" y="1692"/>
                    <a:pt x="1716" y="1692"/>
                    <a:pt x="1719" y="1692"/>
                  </a:cubicBezTo>
                  <a:cubicBezTo>
                    <a:pt x="1733" y="1693"/>
                    <a:pt x="1747" y="1693"/>
                    <a:pt x="1761" y="1693"/>
                  </a:cubicBezTo>
                  <a:cubicBezTo>
                    <a:pt x="2580" y="1693"/>
                    <a:pt x="1723" y="955"/>
                    <a:pt x="2025" y="955"/>
                  </a:cubicBezTo>
                  <a:cubicBezTo>
                    <a:pt x="2032" y="955"/>
                    <a:pt x="2040" y="956"/>
                    <a:pt x="2049" y="956"/>
                  </a:cubicBezTo>
                  <a:cubicBezTo>
                    <a:pt x="2380" y="989"/>
                    <a:pt x="2791" y="1167"/>
                    <a:pt x="3121" y="1167"/>
                  </a:cubicBezTo>
                  <a:cubicBezTo>
                    <a:pt x="3162" y="1167"/>
                    <a:pt x="3202" y="1164"/>
                    <a:pt x="3240" y="1158"/>
                  </a:cubicBezTo>
                  <a:cubicBezTo>
                    <a:pt x="3240" y="1158"/>
                    <a:pt x="2920" y="962"/>
                    <a:pt x="2917" y="736"/>
                  </a:cubicBezTo>
                  <a:lnTo>
                    <a:pt x="2917" y="736"/>
                  </a:lnTo>
                  <a:cubicBezTo>
                    <a:pt x="2917" y="736"/>
                    <a:pt x="3623" y="1234"/>
                    <a:pt x="4045" y="1234"/>
                  </a:cubicBezTo>
                  <a:cubicBezTo>
                    <a:pt x="4076" y="1234"/>
                    <a:pt x="4105" y="1231"/>
                    <a:pt x="4132" y="1226"/>
                  </a:cubicBezTo>
                  <a:cubicBezTo>
                    <a:pt x="4132" y="1226"/>
                    <a:pt x="3971" y="355"/>
                    <a:pt x="3137" y="97"/>
                  </a:cubicBezTo>
                  <a:cubicBezTo>
                    <a:pt x="2922" y="30"/>
                    <a:pt x="2660" y="0"/>
                    <a:pt x="2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4110525" y="2183325"/>
              <a:ext cx="9825" cy="3300"/>
            </a:xfrm>
            <a:custGeom>
              <a:avLst/>
              <a:gdLst/>
              <a:ahLst/>
              <a:cxnLst/>
              <a:rect l="l" t="t" r="r" b="b"/>
              <a:pathLst>
                <a:path w="393" h="132" extrusionOk="0">
                  <a:moveTo>
                    <a:pt x="329" y="0"/>
                  </a:moveTo>
                  <a:cubicBezTo>
                    <a:pt x="323" y="0"/>
                    <a:pt x="317" y="2"/>
                    <a:pt x="310" y="5"/>
                  </a:cubicBezTo>
                  <a:cubicBezTo>
                    <a:pt x="270" y="24"/>
                    <a:pt x="226" y="40"/>
                    <a:pt x="183" y="40"/>
                  </a:cubicBezTo>
                  <a:cubicBezTo>
                    <a:pt x="153" y="40"/>
                    <a:pt x="124" y="32"/>
                    <a:pt x="96" y="12"/>
                  </a:cubicBezTo>
                  <a:cubicBezTo>
                    <a:pt x="87" y="6"/>
                    <a:pt x="78" y="3"/>
                    <a:pt x="69" y="3"/>
                  </a:cubicBezTo>
                  <a:cubicBezTo>
                    <a:pt x="31" y="3"/>
                    <a:pt x="0" y="56"/>
                    <a:pt x="39" y="85"/>
                  </a:cubicBezTo>
                  <a:cubicBezTo>
                    <a:pt x="85" y="117"/>
                    <a:pt x="134" y="131"/>
                    <a:pt x="184" y="131"/>
                  </a:cubicBezTo>
                  <a:cubicBezTo>
                    <a:pt x="239" y="131"/>
                    <a:pt x="294" y="115"/>
                    <a:pt x="346" y="90"/>
                  </a:cubicBezTo>
                  <a:cubicBezTo>
                    <a:pt x="392" y="68"/>
                    <a:pt x="371" y="0"/>
                    <a:pt x="329" y="0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4085950" y="2157825"/>
              <a:ext cx="13775" cy="7125"/>
            </a:xfrm>
            <a:custGeom>
              <a:avLst/>
              <a:gdLst/>
              <a:ahLst/>
              <a:cxnLst/>
              <a:rect l="l" t="t" r="r" b="b"/>
              <a:pathLst>
                <a:path w="551" h="285" extrusionOk="0">
                  <a:moveTo>
                    <a:pt x="322" y="1"/>
                  </a:moveTo>
                  <a:cubicBezTo>
                    <a:pt x="301" y="1"/>
                    <a:pt x="279" y="2"/>
                    <a:pt x="257" y="5"/>
                  </a:cubicBezTo>
                  <a:cubicBezTo>
                    <a:pt x="113" y="24"/>
                    <a:pt x="1" y="101"/>
                    <a:pt x="11" y="177"/>
                  </a:cubicBezTo>
                  <a:cubicBezTo>
                    <a:pt x="20" y="241"/>
                    <a:pt x="112" y="285"/>
                    <a:pt x="229" y="285"/>
                  </a:cubicBezTo>
                  <a:cubicBezTo>
                    <a:pt x="250" y="285"/>
                    <a:pt x="272" y="283"/>
                    <a:pt x="294" y="280"/>
                  </a:cubicBezTo>
                  <a:cubicBezTo>
                    <a:pt x="438" y="262"/>
                    <a:pt x="550" y="185"/>
                    <a:pt x="540" y="109"/>
                  </a:cubicBezTo>
                  <a:cubicBezTo>
                    <a:pt x="531" y="44"/>
                    <a:pt x="439" y="1"/>
                    <a:pt x="322" y="1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4124050" y="2154950"/>
              <a:ext cx="11675" cy="7100"/>
            </a:xfrm>
            <a:custGeom>
              <a:avLst/>
              <a:gdLst/>
              <a:ahLst/>
              <a:cxnLst/>
              <a:rect l="l" t="t" r="r" b="b"/>
              <a:pathLst>
                <a:path w="467" h="284" extrusionOk="0">
                  <a:moveTo>
                    <a:pt x="318" y="1"/>
                  </a:moveTo>
                  <a:cubicBezTo>
                    <a:pt x="299" y="1"/>
                    <a:pt x="278" y="2"/>
                    <a:pt x="257" y="4"/>
                  </a:cubicBezTo>
                  <a:cubicBezTo>
                    <a:pt x="111" y="23"/>
                    <a:pt x="1" y="100"/>
                    <a:pt x="10" y="177"/>
                  </a:cubicBezTo>
                  <a:cubicBezTo>
                    <a:pt x="18" y="241"/>
                    <a:pt x="110" y="284"/>
                    <a:pt x="228" y="284"/>
                  </a:cubicBezTo>
                  <a:cubicBezTo>
                    <a:pt x="249" y="284"/>
                    <a:pt x="270" y="282"/>
                    <a:pt x="292" y="279"/>
                  </a:cubicBezTo>
                  <a:cubicBezTo>
                    <a:pt x="360" y="271"/>
                    <a:pt x="421" y="249"/>
                    <a:pt x="466" y="222"/>
                  </a:cubicBezTo>
                  <a:cubicBezTo>
                    <a:pt x="456" y="156"/>
                    <a:pt x="444" y="91"/>
                    <a:pt x="431" y="23"/>
                  </a:cubicBezTo>
                  <a:cubicBezTo>
                    <a:pt x="431" y="20"/>
                    <a:pt x="430" y="17"/>
                    <a:pt x="430" y="14"/>
                  </a:cubicBezTo>
                  <a:cubicBezTo>
                    <a:pt x="398" y="6"/>
                    <a:pt x="359" y="1"/>
                    <a:pt x="318" y="1"/>
                  </a:cubicBezTo>
                  <a:close/>
                </a:path>
              </a:pathLst>
            </a:custGeom>
            <a:solidFill>
              <a:srgbClr val="5E19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4098200" y="2144900"/>
              <a:ext cx="5350" cy="6525"/>
            </a:xfrm>
            <a:custGeom>
              <a:avLst/>
              <a:gdLst/>
              <a:ahLst/>
              <a:cxnLst/>
              <a:rect l="l" t="t" r="r" b="b"/>
              <a:pathLst>
                <a:path w="214" h="261" extrusionOk="0">
                  <a:moveTo>
                    <a:pt x="99" y="0"/>
                  </a:moveTo>
                  <a:cubicBezTo>
                    <a:pt x="96" y="0"/>
                    <a:pt x="93" y="0"/>
                    <a:pt x="90" y="1"/>
                  </a:cubicBezTo>
                  <a:cubicBezTo>
                    <a:pt x="37" y="8"/>
                    <a:pt x="1" y="72"/>
                    <a:pt x="9" y="143"/>
                  </a:cubicBezTo>
                  <a:cubicBezTo>
                    <a:pt x="19" y="210"/>
                    <a:pt x="64" y="261"/>
                    <a:pt x="114" y="261"/>
                  </a:cubicBezTo>
                  <a:cubicBezTo>
                    <a:pt x="117" y="261"/>
                    <a:pt x="120" y="260"/>
                    <a:pt x="124" y="260"/>
                  </a:cubicBezTo>
                  <a:cubicBezTo>
                    <a:pt x="177" y="254"/>
                    <a:pt x="214" y="190"/>
                    <a:pt x="203" y="118"/>
                  </a:cubicBezTo>
                  <a:cubicBezTo>
                    <a:pt x="195" y="51"/>
                    <a:pt x="149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4120125" y="2143100"/>
              <a:ext cx="5300" cy="6550"/>
            </a:xfrm>
            <a:custGeom>
              <a:avLst/>
              <a:gdLst/>
              <a:ahLst/>
              <a:cxnLst/>
              <a:rect l="l" t="t" r="r" b="b"/>
              <a:pathLst>
                <a:path w="212" h="262" extrusionOk="0">
                  <a:moveTo>
                    <a:pt x="100" y="1"/>
                  </a:moveTo>
                  <a:cubicBezTo>
                    <a:pt x="97" y="1"/>
                    <a:pt x="93" y="1"/>
                    <a:pt x="90" y="2"/>
                  </a:cubicBezTo>
                  <a:cubicBezTo>
                    <a:pt x="36" y="7"/>
                    <a:pt x="0" y="71"/>
                    <a:pt x="9" y="144"/>
                  </a:cubicBezTo>
                  <a:cubicBezTo>
                    <a:pt x="17" y="211"/>
                    <a:pt x="64" y="261"/>
                    <a:pt x="115" y="261"/>
                  </a:cubicBezTo>
                  <a:cubicBezTo>
                    <a:pt x="118" y="261"/>
                    <a:pt x="120" y="261"/>
                    <a:pt x="123" y="261"/>
                  </a:cubicBezTo>
                  <a:cubicBezTo>
                    <a:pt x="177" y="254"/>
                    <a:pt x="212" y="190"/>
                    <a:pt x="203" y="119"/>
                  </a:cubicBezTo>
                  <a:cubicBezTo>
                    <a:pt x="195" y="51"/>
                    <a:pt x="150" y="1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4089325" y="2133950"/>
              <a:ext cx="15100" cy="9975"/>
            </a:xfrm>
            <a:custGeom>
              <a:avLst/>
              <a:gdLst/>
              <a:ahLst/>
              <a:cxnLst/>
              <a:rect l="l" t="t" r="r" b="b"/>
              <a:pathLst>
                <a:path w="604" h="399" extrusionOk="0">
                  <a:moveTo>
                    <a:pt x="400" y="1"/>
                  </a:moveTo>
                  <a:cubicBezTo>
                    <a:pt x="222" y="1"/>
                    <a:pt x="62" y="118"/>
                    <a:pt x="17" y="299"/>
                  </a:cubicBezTo>
                  <a:cubicBezTo>
                    <a:pt x="1" y="363"/>
                    <a:pt x="50" y="399"/>
                    <a:pt x="101" y="399"/>
                  </a:cubicBezTo>
                  <a:cubicBezTo>
                    <a:pt x="143" y="399"/>
                    <a:pt x="185" y="376"/>
                    <a:pt x="198" y="326"/>
                  </a:cubicBezTo>
                  <a:cubicBezTo>
                    <a:pt x="222" y="228"/>
                    <a:pt x="314" y="186"/>
                    <a:pt x="405" y="186"/>
                  </a:cubicBezTo>
                  <a:cubicBezTo>
                    <a:pt x="428" y="186"/>
                    <a:pt x="451" y="188"/>
                    <a:pt x="473" y="194"/>
                  </a:cubicBezTo>
                  <a:lnTo>
                    <a:pt x="472" y="194"/>
                  </a:lnTo>
                  <a:cubicBezTo>
                    <a:pt x="480" y="196"/>
                    <a:pt x="488" y="197"/>
                    <a:pt x="495" y="197"/>
                  </a:cubicBezTo>
                  <a:cubicBezTo>
                    <a:pt x="590" y="197"/>
                    <a:pt x="604" y="38"/>
                    <a:pt x="498" y="13"/>
                  </a:cubicBezTo>
                  <a:cubicBezTo>
                    <a:pt x="465" y="5"/>
                    <a:pt x="432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4115550" y="2130975"/>
              <a:ext cx="16425" cy="9050"/>
            </a:xfrm>
            <a:custGeom>
              <a:avLst/>
              <a:gdLst/>
              <a:ahLst/>
              <a:cxnLst/>
              <a:rect l="l" t="t" r="r" b="b"/>
              <a:pathLst>
                <a:path w="657" h="362" extrusionOk="0">
                  <a:moveTo>
                    <a:pt x="225" y="0"/>
                  </a:moveTo>
                  <a:cubicBezTo>
                    <a:pt x="185" y="0"/>
                    <a:pt x="143" y="8"/>
                    <a:pt x="99" y="24"/>
                  </a:cubicBezTo>
                  <a:cubicBezTo>
                    <a:pt x="1" y="62"/>
                    <a:pt x="47" y="201"/>
                    <a:pt x="136" y="201"/>
                  </a:cubicBezTo>
                  <a:cubicBezTo>
                    <a:pt x="147" y="201"/>
                    <a:pt x="158" y="199"/>
                    <a:pt x="170" y="194"/>
                  </a:cubicBezTo>
                  <a:cubicBezTo>
                    <a:pt x="190" y="186"/>
                    <a:pt x="210" y="183"/>
                    <a:pt x="229" y="183"/>
                  </a:cubicBezTo>
                  <a:cubicBezTo>
                    <a:pt x="327" y="183"/>
                    <a:pt x="409" y="272"/>
                    <a:pt x="477" y="337"/>
                  </a:cubicBezTo>
                  <a:cubicBezTo>
                    <a:pt x="495" y="354"/>
                    <a:pt x="513" y="361"/>
                    <a:pt x="531" y="361"/>
                  </a:cubicBezTo>
                  <a:cubicBezTo>
                    <a:pt x="600" y="361"/>
                    <a:pt x="657" y="256"/>
                    <a:pt x="590" y="191"/>
                  </a:cubicBezTo>
                  <a:cubicBezTo>
                    <a:pt x="483" y="90"/>
                    <a:pt x="364" y="0"/>
                    <a:pt x="2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4111100" y="2151350"/>
              <a:ext cx="8775" cy="12825"/>
            </a:xfrm>
            <a:custGeom>
              <a:avLst/>
              <a:gdLst/>
              <a:ahLst/>
              <a:cxnLst/>
              <a:rect l="l" t="t" r="r" b="b"/>
              <a:pathLst>
                <a:path w="351" h="513" extrusionOk="0">
                  <a:moveTo>
                    <a:pt x="62" y="0"/>
                  </a:moveTo>
                  <a:cubicBezTo>
                    <a:pt x="57" y="0"/>
                    <a:pt x="52" y="1"/>
                    <a:pt x="47" y="3"/>
                  </a:cubicBezTo>
                  <a:cubicBezTo>
                    <a:pt x="24" y="12"/>
                    <a:pt x="11" y="38"/>
                    <a:pt x="19" y="61"/>
                  </a:cubicBezTo>
                  <a:cubicBezTo>
                    <a:pt x="22" y="70"/>
                    <a:pt x="89" y="248"/>
                    <a:pt x="229" y="367"/>
                  </a:cubicBezTo>
                  <a:cubicBezTo>
                    <a:pt x="192" y="389"/>
                    <a:pt x="129" y="416"/>
                    <a:pt x="44" y="422"/>
                  </a:cubicBezTo>
                  <a:cubicBezTo>
                    <a:pt x="19" y="425"/>
                    <a:pt x="0" y="447"/>
                    <a:pt x="2" y="471"/>
                  </a:cubicBezTo>
                  <a:cubicBezTo>
                    <a:pt x="3" y="494"/>
                    <a:pt x="22" y="512"/>
                    <a:pt x="45" y="512"/>
                  </a:cubicBezTo>
                  <a:cubicBezTo>
                    <a:pt x="46" y="512"/>
                    <a:pt x="48" y="512"/>
                    <a:pt x="50" y="512"/>
                  </a:cubicBezTo>
                  <a:cubicBezTo>
                    <a:pt x="105" y="509"/>
                    <a:pt x="152" y="497"/>
                    <a:pt x="192" y="483"/>
                  </a:cubicBezTo>
                  <a:lnTo>
                    <a:pt x="190" y="483"/>
                  </a:lnTo>
                  <a:cubicBezTo>
                    <a:pt x="286" y="450"/>
                    <a:pt x="334" y="402"/>
                    <a:pt x="336" y="399"/>
                  </a:cubicBezTo>
                  <a:cubicBezTo>
                    <a:pt x="347" y="389"/>
                    <a:pt x="351" y="376"/>
                    <a:pt x="349" y="363"/>
                  </a:cubicBezTo>
                  <a:cubicBezTo>
                    <a:pt x="348" y="348"/>
                    <a:pt x="341" y="337"/>
                    <a:pt x="329" y="329"/>
                  </a:cubicBezTo>
                  <a:cubicBezTo>
                    <a:pt x="180" y="234"/>
                    <a:pt x="105" y="32"/>
                    <a:pt x="105" y="31"/>
                  </a:cubicBezTo>
                  <a:cubicBezTo>
                    <a:pt x="98" y="12"/>
                    <a:pt x="80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4101350" y="2167650"/>
              <a:ext cx="24575" cy="13325"/>
            </a:xfrm>
            <a:custGeom>
              <a:avLst/>
              <a:gdLst/>
              <a:ahLst/>
              <a:cxnLst/>
              <a:rect l="l" t="t" r="r" b="b"/>
              <a:pathLst>
                <a:path w="983" h="533" extrusionOk="0">
                  <a:moveTo>
                    <a:pt x="977" y="0"/>
                  </a:moveTo>
                  <a:lnTo>
                    <a:pt x="977" y="0"/>
                  </a:lnTo>
                  <a:cubicBezTo>
                    <a:pt x="977" y="0"/>
                    <a:pt x="801" y="55"/>
                    <a:pt x="465" y="55"/>
                  </a:cubicBezTo>
                  <a:cubicBezTo>
                    <a:pt x="335" y="55"/>
                    <a:pt x="179" y="47"/>
                    <a:pt x="1" y="24"/>
                  </a:cubicBezTo>
                  <a:lnTo>
                    <a:pt x="1" y="24"/>
                  </a:lnTo>
                  <a:cubicBezTo>
                    <a:pt x="1" y="24"/>
                    <a:pt x="111" y="532"/>
                    <a:pt x="519" y="532"/>
                  </a:cubicBezTo>
                  <a:cubicBezTo>
                    <a:pt x="541" y="532"/>
                    <a:pt x="565" y="531"/>
                    <a:pt x="589" y="528"/>
                  </a:cubicBezTo>
                  <a:cubicBezTo>
                    <a:pt x="983" y="474"/>
                    <a:pt x="977" y="0"/>
                    <a:pt x="9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4049125" y="2144750"/>
              <a:ext cx="31175" cy="34300"/>
            </a:xfrm>
            <a:custGeom>
              <a:avLst/>
              <a:gdLst/>
              <a:ahLst/>
              <a:cxnLst/>
              <a:rect l="l" t="t" r="r" b="b"/>
              <a:pathLst>
                <a:path w="1247" h="1372" extrusionOk="0">
                  <a:moveTo>
                    <a:pt x="429" y="0"/>
                  </a:moveTo>
                  <a:cubicBezTo>
                    <a:pt x="404" y="0"/>
                    <a:pt x="380" y="3"/>
                    <a:pt x="357" y="9"/>
                  </a:cubicBezTo>
                  <a:cubicBezTo>
                    <a:pt x="4" y="105"/>
                    <a:pt x="1" y="431"/>
                    <a:pt x="77" y="751"/>
                  </a:cubicBezTo>
                  <a:cubicBezTo>
                    <a:pt x="143" y="1032"/>
                    <a:pt x="355" y="1371"/>
                    <a:pt x="700" y="1371"/>
                  </a:cubicBezTo>
                  <a:cubicBezTo>
                    <a:pt x="751" y="1371"/>
                    <a:pt x="805" y="1364"/>
                    <a:pt x="861" y="1348"/>
                  </a:cubicBezTo>
                  <a:cubicBezTo>
                    <a:pt x="1081" y="1286"/>
                    <a:pt x="1176" y="1128"/>
                    <a:pt x="1207" y="971"/>
                  </a:cubicBezTo>
                  <a:cubicBezTo>
                    <a:pt x="1247" y="779"/>
                    <a:pt x="1186" y="580"/>
                    <a:pt x="1058" y="431"/>
                  </a:cubicBezTo>
                  <a:cubicBezTo>
                    <a:pt x="910" y="256"/>
                    <a:pt x="654" y="0"/>
                    <a:pt x="429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4054600" y="2152125"/>
              <a:ext cx="14500" cy="18350"/>
            </a:xfrm>
            <a:custGeom>
              <a:avLst/>
              <a:gdLst/>
              <a:ahLst/>
              <a:cxnLst/>
              <a:rect l="l" t="t" r="r" b="b"/>
              <a:pathLst>
                <a:path w="580" h="734" extrusionOk="0">
                  <a:moveTo>
                    <a:pt x="149" y="0"/>
                  </a:moveTo>
                  <a:cubicBezTo>
                    <a:pt x="114" y="0"/>
                    <a:pt x="78" y="7"/>
                    <a:pt x="42" y="23"/>
                  </a:cubicBezTo>
                  <a:cubicBezTo>
                    <a:pt x="1" y="42"/>
                    <a:pt x="27" y="98"/>
                    <a:pt x="66" y="98"/>
                  </a:cubicBezTo>
                  <a:cubicBezTo>
                    <a:pt x="72" y="98"/>
                    <a:pt x="78" y="97"/>
                    <a:pt x="84" y="94"/>
                  </a:cubicBezTo>
                  <a:cubicBezTo>
                    <a:pt x="108" y="84"/>
                    <a:pt x="131" y="79"/>
                    <a:pt x="153" y="79"/>
                  </a:cubicBezTo>
                  <a:cubicBezTo>
                    <a:pt x="271" y="79"/>
                    <a:pt x="380" y="202"/>
                    <a:pt x="428" y="294"/>
                  </a:cubicBezTo>
                  <a:cubicBezTo>
                    <a:pt x="490" y="417"/>
                    <a:pt x="496" y="558"/>
                    <a:pt x="492" y="694"/>
                  </a:cubicBezTo>
                  <a:cubicBezTo>
                    <a:pt x="491" y="720"/>
                    <a:pt x="511" y="733"/>
                    <a:pt x="532" y="733"/>
                  </a:cubicBezTo>
                  <a:cubicBezTo>
                    <a:pt x="553" y="733"/>
                    <a:pt x="573" y="720"/>
                    <a:pt x="574" y="694"/>
                  </a:cubicBezTo>
                  <a:cubicBezTo>
                    <a:pt x="580" y="498"/>
                    <a:pt x="557" y="290"/>
                    <a:pt x="419" y="137"/>
                  </a:cubicBezTo>
                  <a:cubicBezTo>
                    <a:pt x="348" y="59"/>
                    <a:pt x="251" y="0"/>
                    <a:pt x="1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3864450" y="2152325"/>
              <a:ext cx="643650" cy="397300"/>
            </a:xfrm>
            <a:custGeom>
              <a:avLst/>
              <a:gdLst/>
              <a:ahLst/>
              <a:cxnLst/>
              <a:rect l="l" t="t" r="r" b="b"/>
              <a:pathLst>
                <a:path w="25746" h="15892" extrusionOk="0">
                  <a:moveTo>
                    <a:pt x="24591" y="1"/>
                  </a:moveTo>
                  <a:lnTo>
                    <a:pt x="1" y="13840"/>
                  </a:lnTo>
                  <a:lnTo>
                    <a:pt x="1154" y="15891"/>
                  </a:lnTo>
                  <a:lnTo>
                    <a:pt x="25745" y="2052"/>
                  </a:lnTo>
                  <a:lnTo>
                    <a:pt x="2459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94" name="Google Shape;294;p24"/>
            <p:cNvSpPr/>
            <p:nvPr/>
          </p:nvSpPr>
          <p:spPr>
            <a:xfrm>
              <a:off x="3821550" y="2492800"/>
              <a:ext cx="81800" cy="77675"/>
            </a:xfrm>
            <a:custGeom>
              <a:avLst/>
              <a:gdLst/>
              <a:ahLst/>
              <a:cxnLst/>
              <a:rect l="l" t="t" r="r" b="b"/>
              <a:pathLst>
                <a:path w="3272" h="3107" extrusionOk="0">
                  <a:moveTo>
                    <a:pt x="2228" y="1"/>
                  </a:moveTo>
                  <a:lnTo>
                    <a:pt x="0" y="1255"/>
                  </a:lnTo>
                  <a:lnTo>
                    <a:pt x="1043" y="3107"/>
                  </a:lnTo>
                  <a:lnTo>
                    <a:pt x="3271" y="1853"/>
                  </a:lnTo>
                  <a:lnTo>
                    <a:pt x="22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95" name="Google Shape;295;p24"/>
            <p:cNvSpPr/>
            <p:nvPr/>
          </p:nvSpPr>
          <p:spPr>
            <a:xfrm>
              <a:off x="3944825" y="2451950"/>
              <a:ext cx="119600" cy="68900"/>
            </a:xfrm>
            <a:custGeom>
              <a:avLst/>
              <a:gdLst/>
              <a:ahLst/>
              <a:cxnLst/>
              <a:rect l="l" t="t" r="r" b="b"/>
              <a:pathLst>
                <a:path w="4784" h="2756" extrusionOk="0">
                  <a:moveTo>
                    <a:pt x="4052" y="0"/>
                  </a:moveTo>
                  <a:cubicBezTo>
                    <a:pt x="4015" y="0"/>
                    <a:pt x="3978" y="1"/>
                    <a:pt x="3941" y="2"/>
                  </a:cubicBezTo>
                  <a:cubicBezTo>
                    <a:pt x="2937" y="27"/>
                    <a:pt x="1958" y="390"/>
                    <a:pt x="1200" y="1052"/>
                  </a:cubicBezTo>
                  <a:cubicBezTo>
                    <a:pt x="670" y="1516"/>
                    <a:pt x="258" y="2104"/>
                    <a:pt x="0" y="2756"/>
                  </a:cubicBezTo>
                  <a:lnTo>
                    <a:pt x="150" y="2672"/>
                  </a:lnTo>
                  <a:cubicBezTo>
                    <a:pt x="232" y="2479"/>
                    <a:pt x="329" y="2292"/>
                    <a:pt x="441" y="2113"/>
                  </a:cubicBezTo>
                  <a:cubicBezTo>
                    <a:pt x="964" y="1268"/>
                    <a:pt x="1772" y="616"/>
                    <a:pt x="2720" y="313"/>
                  </a:cubicBezTo>
                  <a:cubicBezTo>
                    <a:pt x="3147" y="177"/>
                    <a:pt x="3593" y="109"/>
                    <a:pt x="4038" y="109"/>
                  </a:cubicBezTo>
                  <a:cubicBezTo>
                    <a:pt x="4237" y="109"/>
                    <a:pt x="4435" y="122"/>
                    <a:pt x="4632" y="150"/>
                  </a:cubicBezTo>
                  <a:lnTo>
                    <a:pt x="4784" y="63"/>
                  </a:lnTo>
                  <a:cubicBezTo>
                    <a:pt x="4542" y="21"/>
                    <a:pt x="4298" y="0"/>
                    <a:pt x="4052" y="0"/>
                  </a:cubicBez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3947350" y="2396825"/>
              <a:ext cx="191150" cy="57400"/>
            </a:xfrm>
            <a:custGeom>
              <a:avLst/>
              <a:gdLst/>
              <a:ahLst/>
              <a:cxnLst/>
              <a:rect l="l" t="t" r="r" b="b"/>
              <a:pathLst>
                <a:path w="7646" h="2296" extrusionOk="0">
                  <a:moveTo>
                    <a:pt x="5931" y="0"/>
                  </a:moveTo>
                  <a:cubicBezTo>
                    <a:pt x="5590" y="0"/>
                    <a:pt x="5250" y="65"/>
                    <a:pt x="4935" y="199"/>
                  </a:cubicBezTo>
                  <a:cubicBezTo>
                    <a:pt x="4247" y="492"/>
                    <a:pt x="3731" y="1057"/>
                    <a:pt x="3127" y="1478"/>
                  </a:cubicBezTo>
                  <a:cubicBezTo>
                    <a:pt x="2459" y="1945"/>
                    <a:pt x="1657" y="2187"/>
                    <a:pt x="854" y="2187"/>
                  </a:cubicBezTo>
                  <a:cubicBezTo>
                    <a:pt x="616" y="2187"/>
                    <a:pt x="378" y="2166"/>
                    <a:pt x="143" y="2123"/>
                  </a:cubicBezTo>
                  <a:lnTo>
                    <a:pt x="1" y="2203"/>
                  </a:lnTo>
                  <a:cubicBezTo>
                    <a:pt x="284" y="2264"/>
                    <a:pt x="574" y="2295"/>
                    <a:pt x="864" y="2295"/>
                  </a:cubicBezTo>
                  <a:cubicBezTo>
                    <a:pt x="995" y="2295"/>
                    <a:pt x="1126" y="2289"/>
                    <a:pt x="1257" y="2276"/>
                  </a:cubicBezTo>
                  <a:cubicBezTo>
                    <a:pt x="1842" y="2218"/>
                    <a:pt x="2417" y="2040"/>
                    <a:pt x="2923" y="1739"/>
                  </a:cubicBezTo>
                  <a:cubicBezTo>
                    <a:pt x="3556" y="1361"/>
                    <a:pt x="4054" y="799"/>
                    <a:pt x="4696" y="435"/>
                  </a:cubicBezTo>
                  <a:cubicBezTo>
                    <a:pt x="5082" y="218"/>
                    <a:pt x="5511" y="113"/>
                    <a:pt x="5939" y="113"/>
                  </a:cubicBezTo>
                  <a:cubicBezTo>
                    <a:pt x="6514" y="113"/>
                    <a:pt x="7086" y="302"/>
                    <a:pt x="7544" y="658"/>
                  </a:cubicBezTo>
                  <a:lnTo>
                    <a:pt x="7646" y="602"/>
                  </a:lnTo>
                  <a:cubicBezTo>
                    <a:pt x="7312" y="332"/>
                    <a:pt x="6915" y="147"/>
                    <a:pt x="6492" y="59"/>
                  </a:cubicBezTo>
                  <a:cubicBezTo>
                    <a:pt x="6308" y="20"/>
                    <a:pt x="6119" y="0"/>
                    <a:pt x="5931" y="0"/>
                  </a:cubicBez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97" name="Google Shape;297;p24"/>
            <p:cNvSpPr/>
            <p:nvPr/>
          </p:nvSpPr>
          <p:spPr>
            <a:xfrm>
              <a:off x="4089375" y="2315275"/>
              <a:ext cx="100800" cy="63475"/>
            </a:xfrm>
            <a:custGeom>
              <a:avLst/>
              <a:gdLst/>
              <a:ahLst/>
              <a:cxnLst/>
              <a:rect l="l" t="t" r="r" b="b"/>
              <a:pathLst>
                <a:path w="4032" h="2539" extrusionOk="0">
                  <a:moveTo>
                    <a:pt x="4032" y="0"/>
                  </a:moveTo>
                  <a:lnTo>
                    <a:pt x="3916" y="65"/>
                  </a:lnTo>
                  <a:cubicBezTo>
                    <a:pt x="3797" y="907"/>
                    <a:pt x="3292" y="1689"/>
                    <a:pt x="2537" y="2105"/>
                  </a:cubicBezTo>
                  <a:cubicBezTo>
                    <a:pt x="2138" y="2325"/>
                    <a:pt x="1689" y="2432"/>
                    <a:pt x="1241" y="2432"/>
                  </a:cubicBezTo>
                  <a:cubicBezTo>
                    <a:pt x="856" y="2432"/>
                    <a:pt x="472" y="2354"/>
                    <a:pt x="119" y="2202"/>
                  </a:cubicBezTo>
                  <a:lnTo>
                    <a:pt x="0" y="2269"/>
                  </a:lnTo>
                  <a:cubicBezTo>
                    <a:pt x="271" y="2393"/>
                    <a:pt x="559" y="2477"/>
                    <a:pt x="858" y="2515"/>
                  </a:cubicBezTo>
                  <a:cubicBezTo>
                    <a:pt x="981" y="2531"/>
                    <a:pt x="1105" y="2539"/>
                    <a:pt x="1228" y="2539"/>
                  </a:cubicBezTo>
                  <a:cubicBezTo>
                    <a:pt x="1941" y="2539"/>
                    <a:pt x="2641" y="2276"/>
                    <a:pt x="3161" y="1775"/>
                  </a:cubicBezTo>
                  <a:cubicBezTo>
                    <a:pt x="3648" y="1305"/>
                    <a:pt x="3959" y="668"/>
                    <a:pt x="4032" y="0"/>
                  </a:cubicBez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98" name="Google Shape;298;p24"/>
            <p:cNvSpPr/>
            <p:nvPr/>
          </p:nvSpPr>
          <p:spPr>
            <a:xfrm>
              <a:off x="4180450" y="2287500"/>
              <a:ext cx="62325" cy="100450"/>
            </a:xfrm>
            <a:custGeom>
              <a:avLst/>
              <a:gdLst/>
              <a:ahLst/>
              <a:cxnLst/>
              <a:rect l="l" t="t" r="r" b="b"/>
              <a:pathLst>
                <a:path w="2493" h="4018" extrusionOk="0">
                  <a:moveTo>
                    <a:pt x="2363" y="0"/>
                  </a:moveTo>
                  <a:lnTo>
                    <a:pt x="2261" y="58"/>
                  </a:lnTo>
                  <a:cubicBezTo>
                    <a:pt x="2291" y="181"/>
                    <a:pt x="2303" y="309"/>
                    <a:pt x="2292" y="435"/>
                  </a:cubicBezTo>
                  <a:cubicBezTo>
                    <a:pt x="2239" y="1066"/>
                    <a:pt x="1791" y="1557"/>
                    <a:pt x="1349" y="1970"/>
                  </a:cubicBezTo>
                  <a:cubicBezTo>
                    <a:pt x="916" y="2373"/>
                    <a:pt x="427" y="2761"/>
                    <a:pt x="164" y="3307"/>
                  </a:cubicBezTo>
                  <a:cubicBezTo>
                    <a:pt x="59" y="3528"/>
                    <a:pt x="1" y="3780"/>
                    <a:pt x="24" y="4017"/>
                  </a:cubicBezTo>
                  <a:lnTo>
                    <a:pt x="116" y="3965"/>
                  </a:lnTo>
                  <a:cubicBezTo>
                    <a:pt x="102" y="3525"/>
                    <a:pt x="419" y="3039"/>
                    <a:pt x="702" y="2732"/>
                  </a:cubicBezTo>
                  <a:cubicBezTo>
                    <a:pt x="1126" y="2272"/>
                    <a:pt x="1652" y="1908"/>
                    <a:pt x="2022" y="1395"/>
                  </a:cubicBezTo>
                  <a:cubicBezTo>
                    <a:pt x="2303" y="1001"/>
                    <a:pt x="2492" y="484"/>
                    <a:pt x="2363" y="0"/>
                  </a:cubicBez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4258825" y="2290200"/>
              <a:ext cx="81050" cy="53800"/>
            </a:xfrm>
            <a:custGeom>
              <a:avLst/>
              <a:gdLst/>
              <a:ahLst/>
              <a:cxnLst/>
              <a:rect l="l" t="t" r="r" b="b"/>
              <a:pathLst>
                <a:path w="3242" h="2152" extrusionOk="0">
                  <a:moveTo>
                    <a:pt x="2074" y="0"/>
                  </a:moveTo>
                  <a:cubicBezTo>
                    <a:pt x="1724" y="0"/>
                    <a:pt x="1373" y="85"/>
                    <a:pt x="1062" y="261"/>
                  </a:cubicBezTo>
                  <a:cubicBezTo>
                    <a:pt x="395" y="641"/>
                    <a:pt x="1" y="1396"/>
                    <a:pt x="11" y="2152"/>
                  </a:cubicBezTo>
                  <a:lnTo>
                    <a:pt x="118" y="2093"/>
                  </a:lnTo>
                  <a:cubicBezTo>
                    <a:pt x="127" y="1394"/>
                    <a:pt x="499" y="703"/>
                    <a:pt x="1116" y="354"/>
                  </a:cubicBezTo>
                  <a:cubicBezTo>
                    <a:pt x="1411" y="187"/>
                    <a:pt x="1743" y="106"/>
                    <a:pt x="2077" y="106"/>
                  </a:cubicBezTo>
                  <a:cubicBezTo>
                    <a:pt x="2446" y="106"/>
                    <a:pt x="2816" y="205"/>
                    <a:pt x="3135" y="393"/>
                  </a:cubicBezTo>
                  <a:lnTo>
                    <a:pt x="3241" y="334"/>
                  </a:lnTo>
                  <a:cubicBezTo>
                    <a:pt x="2893" y="115"/>
                    <a:pt x="2484" y="0"/>
                    <a:pt x="2074" y="0"/>
                  </a:cubicBez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4281925" y="2244950"/>
              <a:ext cx="112225" cy="24300"/>
            </a:xfrm>
            <a:custGeom>
              <a:avLst/>
              <a:gdLst/>
              <a:ahLst/>
              <a:cxnLst/>
              <a:rect l="l" t="t" r="r" b="b"/>
              <a:pathLst>
                <a:path w="4489" h="972" extrusionOk="0">
                  <a:moveTo>
                    <a:pt x="3072" y="1"/>
                  </a:moveTo>
                  <a:cubicBezTo>
                    <a:pt x="2976" y="1"/>
                    <a:pt x="2878" y="10"/>
                    <a:pt x="2779" y="29"/>
                  </a:cubicBezTo>
                  <a:cubicBezTo>
                    <a:pt x="2190" y="142"/>
                    <a:pt x="1704" y="540"/>
                    <a:pt x="1113" y="658"/>
                  </a:cubicBezTo>
                  <a:cubicBezTo>
                    <a:pt x="938" y="693"/>
                    <a:pt x="759" y="711"/>
                    <a:pt x="580" y="711"/>
                  </a:cubicBezTo>
                  <a:cubicBezTo>
                    <a:pt x="464" y="711"/>
                    <a:pt x="348" y="703"/>
                    <a:pt x="234" y="688"/>
                  </a:cubicBezTo>
                  <a:cubicBezTo>
                    <a:pt x="202" y="684"/>
                    <a:pt x="169" y="678"/>
                    <a:pt x="136" y="672"/>
                  </a:cubicBezTo>
                  <a:lnTo>
                    <a:pt x="1" y="747"/>
                  </a:lnTo>
                  <a:cubicBezTo>
                    <a:pt x="118" y="779"/>
                    <a:pt x="240" y="798"/>
                    <a:pt x="351" y="807"/>
                  </a:cubicBezTo>
                  <a:cubicBezTo>
                    <a:pt x="425" y="813"/>
                    <a:pt x="498" y="816"/>
                    <a:pt x="571" y="816"/>
                  </a:cubicBezTo>
                  <a:cubicBezTo>
                    <a:pt x="1047" y="816"/>
                    <a:pt x="1501" y="688"/>
                    <a:pt x="1933" y="479"/>
                  </a:cubicBezTo>
                  <a:cubicBezTo>
                    <a:pt x="2324" y="291"/>
                    <a:pt x="2711" y="116"/>
                    <a:pt x="3117" y="116"/>
                  </a:cubicBezTo>
                  <a:cubicBezTo>
                    <a:pt x="3298" y="116"/>
                    <a:pt x="3484" y="151"/>
                    <a:pt x="3675" y="236"/>
                  </a:cubicBezTo>
                  <a:cubicBezTo>
                    <a:pt x="4008" y="385"/>
                    <a:pt x="4258" y="653"/>
                    <a:pt x="4399" y="972"/>
                  </a:cubicBezTo>
                  <a:lnTo>
                    <a:pt x="4489" y="923"/>
                  </a:lnTo>
                  <a:cubicBezTo>
                    <a:pt x="4238" y="381"/>
                    <a:pt x="3692" y="1"/>
                    <a:pt x="3072" y="1"/>
                  </a:cubicBez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4356975" y="2220050"/>
              <a:ext cx="57475" cy="14000"/>
            </a:xfrm>
            <a:custGeom>
              <a:avLst/>
              <a:gdLst/>
              <a:ahLst/>
              <a:cxnLst/>
              <a:rect l="l" t="t" r="r" b="b"/>
              <a:pathLst>
                <a:path w="2299" h="560" extrusionOk="0">
                  <a:moveTo>
                    <a:pt x="96" y="1"/>
                  </a:moveTo>
                  <a:lnTo>
                    <a:pt x="0" y="54"/>
                  </a:lnTo>
                  <a:cubicBezTo>
                    <a:pt x="184" y="244"/>
                    <a:pt x="412" y="392"/>
                    <a:pt x="668" y="477"/>
                  </a:cubicBezTo>
                  <a:cubicBezTo>
                    <a:pt x="836" y="533"/>
                    <a:pt x="1010" y="560"/>
                    <a:pt x="1183" y="560"/>
                  </a:cubicBezTo>
                  <a:cubicBezTo>
                    <a:pt x="1566" y="560"/>
                    <a:pt x="1947" y="428"/>
                    <a:pt x="2255" y="190"/>
                  </a:cubicBezTo>
                  <a:cubicBezTo>
                    <a:pt x="2298" y="157"/>
                    <a:pt x="2260" y="103"/>
                    <a:pt x="2215" y="103"/>
                  </a:cubicBezTo>
                  <a:cubicBezTo>
                    <a:pt x="2203" y="103"/>
                    <a:pt x="2191" y="106"/>
                    <a:pt x="2179" y="115"/>
                  </a:cubicBezTo>
                  <a:cubicBezTo>
                    <a:pt x="1896" y="335"/>
                    <a:pt x="1542" y="453"/>
                    <a:pt x="1187" y="453"/>
                  </a:cubicBezTo>
                  <a:cubicBezTo>
                    <a:pt x="1022" y="453"/>
                    <a:pt x="856" y="427"/>
                    <a:pt x="697" y="374"/>
                  </a:cubicBezTo>
                  <a:cubicBezTo>
                    <a:pt x="467" y="299"/>
                    <a:pt x="263" y="169"/>
                    <a:pt x="96" y="1"/>
                  </a:cubicBez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3905675" y="2467550"/>
              <a:ext cx="26900" cy="59375"/>
            </a:xfrm>
            <a:custGeom>
              <a:avLst/>
              <a:gdLst/>
              <a:ahLst/>
              <a:cxnLst/>
              <a:rect l="l" t="t" r="r" b="b"/>
              <a:pathLst>
                <a:path w="1076" h="2375" extrusionOk="0">
                  <a:moveTo>
                    <a:pt x="554" y="1"/>
                  </a:moveTo>
                  <a:lnTo>
                    <a:pt x="461" y="53"/>
                  </a:lnTo>
                  <a:cubicBezTo>
                    <a:pt x="571" y="192"/>
                    <a:pt x="660" y="349"/>
                    <a:pt x="722" y="524"/>
                  </a:cubicBezTo>
                  <a:cubicBezTo>
                    <a:pt x="957" y="1190"/>
                    <a:pt x="700" y="1954"/>
                    <a:pt x="54" y="2275"/>
                  </a:cubicBezTo>
                  <a:cubicBezTo>
                    <a:pt x="0" y="2301"/>
                    <a:pt x="32" y="2374"/>
                    <a:pt x="81" y="2374"/>
                  </a:cubicBezTo>
                  <a:cubicBezTo>
                    <a:pt x="89" y="2374"/>
                    <a:pt x="98" y="2372"/>
                    <a:pt x="106" y="2368"/>
                  </a:cubicBezTo>
                  <a:cubicBezTo>
                    <a:pt x="791" y="2028"/>
                    <a:pt x="1075" y="1208"/>
                    <a:pt x="825" y="498"/>
                  </a:cubicBezTo>
                  <a:cubicBezTo>
                    <a:pt x="760" y="314"/>
                    <a:pt x="667" y="147"/>
                    <a:pt x="554" y="1"/>
                  </a:cubicBezTo>
                  <a:close/>
                </a:path>
              </a:pathLst>
            </a:custGeom>
            <a:solidFill>
              <a:srgbClr val="210A26">
                <a:alpha val="3294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03" name="Google Shape;303;p24"/>
            <p:cNvSpPr/>
            <p:nvPr/>
          </p:nvSpPr>
          <p:spPr>
            <a:xfrm>
              <a:off x="3903350" y="2324825"/>
              <a:ext cx="251775" cy="151850"/>
            </a:xfrm>
            <a:custGeom>
              <a:avLst/>
              <a:gdLst/>
              <a:ahLst/>
              <a:cxnLst/>
              <a:rect l="l" t="t" r="r" b="b"/>
              <a:pathLst>
                <a:path w="10071" h="6074" extrusionOk="0">
                  <a:moveTo>
                    <a:pt x="8487" y="1"/>
                  </a:moveTo>
                  <a:lnTo>
                    <a:pt x="432" y="4534"/>
                  </a:lnTo>
                  <a:lnTo>
                    <a:pt x="1" y="6073"/>
                  </a:lnTo>
                  <a:lnTo>
                    <a:pt x="1239" y="5377"/>
                  </a:lnTo>
                  <a:lnTo>
                    <a:pt x="1487" y="4491"/>
                  </a:lnTo>
                  <a:lnTo>
                    <a:pt x="8473" y="560"/>
                  </a:lnTo>
                  <a:lnTo>
                    <a:pt x="9401" y="784"/>
                  </a:lnTo>
                  <a:lnTo>
                    <a:pt x="10071" y="408"/>
                  </a:lnTo>
                  <a:lnTo>
                    <a:pt x="84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3855800" y="2478825"/>
              <a:ext cx="68400" cy="78325"/>
            </a:xfrm>
            <a:custGeom>
              <a:avLst/>
              <a:gdLst/>
              <a:ahLst/>
              <a:cxnLst/>
              <a:rect l="l" t="t" r="r" b="b"/>
              <a:pathLst>
                <a:path w="2736" h="3133" extrusionOk="0">
                  <a:moveTo>
                    <a:pt x="1423" y="0"/>
                  </a:moveTo>
                  <a:lnTo>
                    <a:pt x="1" y="800"/>
                  </a:lnTo>
                  <a:lnTo>
                    <a:pt x="1313" y="3132"/>
                  </a:lnTo>
                  <a:lnTo>
                    <a:pt x="2736" y="2331"/>
                  </a:lnTo>
                  <a:lnTo>
                    <a:pt x="14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4424350" y="2152475"/>
              <a:ext cx="84025" cy="82350"/>
            </a:xfrm>
            <a:custGeom>
              <a:avLst/>
              <a:gdLst/>
              <a:ahLst/>
              <a:cxnLst/>
              <a:rect l="l" t="t" r="r" b="b"/>
              <a:pathLst>
                <a:path w="3361" h="3294" extrusionOk="0">
                  <a:moveTo>
                    <a:pt x="2208" y="0"/>
                  </a:moveTo>
                  <a:lnTo>
                    <a:pt x="0" y="1242"/>
                  </a:lnTo>
                  <a:lnTo>
                    <a:pt x="1153" y="3293"/>
                  </a:lnTo>
                  <a:lnTo>
                    <a:pt x="3361" y="2050"/>
                  </a:lnTo>
                  <a:lnTo>
                    <a:pt x="22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4395625" y="2193975"/>
              <a:ext cx="38975" cy="57000"/>
            </a:xfrm>
            <a:custGeom>
              <a:avLst/>
              <a:gdLst/>
              <a:ahLst/>
              <a:cxnLst/>
              <a:rect l="l" t="t" r="r" b="b"/>
              <a:pathLst>
                <a:path w="1559" h="2280" extrusionOk="0">
                  <a:moveTo>
                    <a:pt x="404" y="1"/>
                  </a:moveTo>
                  <a:lnTo>
                    <a:pt x="0" y="228"/>
                  </a:lnTo>
                  <a:lnTo>
                    <a:pt x="1155" y="2279"/>
                  </a:lnTo>
                  <a:lnTo>
                    <a:pt x="1559" y="2052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4479325" y="2132350"/>
              <a:ext cx="94925" cy="71500"/>
            </a:xfrm>
            <a:custGeom>
              <a:avLst/>
              <a:gdLst/>
              <a:ahLst/>
              <a:cxnLst/>
              <a:rect l="l" t="t" r="r" b="b"/>
              <a:pathLst>
                <a:path w="3797" h="2860" extrusionOk="0">
                  <a:moveTo>
                    <a:pt x="3681" y="1"/>
                  </a:moveTo>
                  <a:cubicBezTo>
                    <a:pt x="3675" y="1"/>
                    <a:pt x="3669" y="1"/>
                    <a:pt x="3662" y="3"/>
                  </a:cubicBezTo>
                  <a:lnTo>
                    <a:pt x="2886" y="174"/>
                  </a:lnTo>
                  <a:lnTo>
                    <a:pt x="0" y="808"/>
                  </a:lnTo>
                  <a:lnTo>
                    <a:pt x="1153" y="2860"/>
                  </a:lnTo>
                  <a:lnTo>
                    <a:pt x="3189" y="727"/>
                  </a:lnTo>
                  <a:lnTo>
                    <a:pt x="3744" y="146"/>
                  </a:lnTo>
                  <a:cubicBezTo>
                    <a:pt x="3797" y="90"/>
                    <a:pt x="3753" y="1"/>
                    <a:pt x="36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08" name="Google Shape;308;p24"/>
            <p:cNvSpPr/>
            <p:nvPr/>
          </p:nvSpPr>
          <p:spPr>
            <a:xfrm>
              <a:off x="4551450" y="2132350"/>
              <a:ext cx="22800" cy="18200"/>
            </a:xfrm>
            <a:custGeom>
              <a:avLst/>
              <a:gdLst/>
              <a:ahLst/>
              <a:cxnLst/>
              <a:rect l="l" t="t" r="r" b="b"/>
              <a:pathLst>
                <a:path w="912" h="728" extrusionOk="0">
                  <a:moveTo>
                    <a:pt x="796" y="1"/>
                  </a:moveTo>
                  <a:cubicBezTo>
                    <a:pt x="790" y="1"/>
                    <a:pt x="784" y="1"/>
                    <a:pt x="777" y="3"/>
                  </a:cubicBezTo>
                  <a:lnTo>
                    <a:pt x="1" y="174"/>
                  </a:lnTo>
                  <a:cubicBezTo>
                    <a:pt x="91" y="358"/>
                    <a:pt x="195" y="549"/>
                    <a:pt x="304" y="727"/>
                  </a:cubicBezTo>
                  <a:lnTo>
                    <a:pt x="859" y="146"/>
                  </a:lnTo>
                  <a:cubicBezTo>
                    <a:pt x="912" y="90"/>
                    <a:pt x="868" y="1"/>
                    <a:pt x="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3954200" y="2410525"/>
              <a:ext cx="47100" cy="53250"/>
            </a:xfrm>
            <a:custGeom>
              <a:avLst/>
              <a:gdLst/>
              <a:ahLst/>
              <a:cxnLst/>
              <a:rect l="l" t="t" r="r" b="b"/>
              <a:pathLst>
                <a:path w="1884" h="2130" extrusionOk="0">
                  <a:moveTo>
                    <a:pt x="431" y="0"/>
                  </a:moveTo>
                  <a:lnTo>
                    <a:pt x="1" y="1452"/>
                  </a:lnTo>
                  <a:lnTo>
                    <a:pt x="1561" y="2130"/>
                  </a:lnTo>
                  <a:lnTo>
                    <a:pt x="1884" y="1090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3978750" y="2437000"/>
              <a:ext cx="69175" cy="49500"/>
            </a:xfrm>
            <a:custGeom>
              <a:avLst/>
              <a:gdLst/>
              <a:ahLst/>
              <a:cxnLst/>
              <a:rect l="l" t="t" r="r" b="b"/>
              <a:pathLst>
                <a:path w="2767" h="1980" extrusionOk="0">
                  <a:moveTo>
                    <a:pt x="1192" y="0"/>
                  </a:moveTo>
                  <a:cubicBezTo>
                    <a:pt x="845" y="0"/>
                    <a:pt x="659" y="109"/>
                    <a:pt x="450" y="236"/>
                  </a:cubicBezTo>
                  <a:cubicBezTo>
                    <a:pt x="238" y="365"/>
                    <a:pt x="85" y="578"/>
                    <a:pt x="43" y="823"/>
                  </a:cubicBezTo>
                  <a:cubicBezTo>
                    <a:pt x="1" y="1065"/>
                    <a:pt x="60" y="1350"/>
                    <a:pt x="467" y="1515"/>
                  </a:cubicBezTo>
                  <a:cubicBezTo>
                    <a:pt x="670" y="1598"/>
                    <a:pt x="1147" y="1721"/>
                    <a:pt x="1121" y="1750"/>
                  </a:cubicBezTo>
                  <a:cubicBezTo>
                    <a:pt x="1096" y="1779"/>
                    <a:pt x="858" y="1731"/>
                    <a:pt x="858" y="1888"/>
                  </a:cubicBezTo>
                  <a:cubicBezTo>
                    <a:pt x="858" y="1952"/>
                    <a:pt x="1011" y="1979"/>
                    <a:pt x="1179" y="1979"/>
                  </a:cubicBezTo>
                  <a:cubicBezTo>
                    <a:pt x="1369" y="1979"/>
                    <a:pt x="1580" y="1944"/>
                    <a:pt x="1609" y="1883"/>
                  </a:cubicBezTo>
                  <a:cubicBezTo>
                    <a:pt x="1663" y="1770"/>
                    <a:pt x="1247" y="1304"/>
                    <a:pt x="1247" y="1304"/>
                  </a:cubicBezTo>
                  <a:lnTo>
                    <a:pt x="1247" y="1304"/>
                  </a:lnTo>
                  <a:cubicBezTo>
                    <a:pt x="1247" y="1304"/>
                    <a:pt x="1840" y="1495"/>
                    <a:pt x="2092" y="1495"/>
                  </a:cubicBezTo>
                  <a:cubicBezTo>
                    <a:pt x="2174" y="1495"/>
                    <a:pt x="2221" y="1475"/>
                    <a:pt x="2199" y="1421"/>
                  </a:cubicBezTo>
                  <a:cubicBezTo>
                    <a:pt x="2143" y="1289"/>
                    <a:pt x="1525" y="974"/>
                    <a:pt x="1525" y="974"/>
                  </a:cubicBezTo>
                  <a:lnTo>
                    <a:pt x="1525" y="974"/>
                  </a:lnTo>
                  <a:cubicBezTo>
                    <a:pt x="1525" y="974"/>
                    <a:pt x="2125" y="1121"/>
                    <a:pt x="2448" y="1121"/>
                  </a:cubicBezTo>
                  <a:cubicBezTo>
                    <a:pt x="2546" y="1121"/>
                    <a:pt x="2618" y="1107"/>
                    <a:pt x="2640" y="1072"/>
                  </a:cubicBezTo>
                  <a:cubicBezTo>
                    <a:pt x="2736" y="920"/>
                    <a:pt x="1790" y="577"/>
                    <a:pt x="1790" y="577"/>
                  </a:cubicBezTo>
                  <a:lnTo>
                    <a:pt x="1790" y="577"/>
                  </a:lnTo>
                  <a:cubicBezTo>
                    <a:pt x="1790" y="577"/>
                    <a:pt x="2090" y="607"/>
                    <a:pt x="2348" y="607"/>
                  </a:cubicBezTo>
                  <a:cubicBezTo>
                    <a:pt x="2573" y="607"/>
                    <a:pt x="2766" y="584"/>
                    <a:pt x="2703" y="498"/>
                  </a:cubicBezTo>
                  <a:cubicBezTo>
                    <a:pt x="2566" y="315"/>
                    <a:pt x="1406" y="3"/>
                    <a:pt x="1206" y="0"/>
                  </a:cubicBezTo>
                  <a:cubicBezTo>
                    <a:pt x="1202" y="0"/>
                    <a:pt x="1197" y="0"/>
                    <a:pt x="1192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3870250" y="2262400"/>
              <a:ext cx="142825" cy="212800"/>
            </a:xfrm>
            <a:custGeom>
              <a:avLst/>
              <a:gdLst/>
              <a:ahLst/>
              <a:cxnLst/>
              <a:rect l="l" t="t" r="r" b="b"/>
              <a:pathLst>
                <a:path w="5713" h="8512" extrusionOk="0">
                  <a:moveTo>
                    <a:pt x="4690" y="0"/>
                  </a:moveTo>
                  <a:cubicBezTo>
                    <a:pt x="4690" y="0"/>
                    <a:pt x="4503" y="170"/>
                    <a:pt x="4212" y="443"/>
                  </a:cubicBezTo>
                  <a:cubicBezTo>
                    <a:pt x="3559" y="1062"/>
                    <a:pt x="2382" y="2212"/>
                    <a:pt x="1645" y="3151"/>
                  </a:cubicBezTo>
                  <a:cubicBezTo>
                    <a:pt x="582" y="4505"/>
                    <a:pt x="1" y="5215"/>
                    <a:pt x="1355" y="6635"/>
                  </a:cubicBezTo>
                  <a:cubicBezTo>
                    <a:pt x="2068" y="7381"/>
                    <a:pt x="2708" y="8046"/>
                    <a:pt x="3156" y="8511"/>
                  </a:cubicBezTo>
                  <a:cubicBezTo>
                    <a:pt x="3689" y="7690"/>
                    <a:pt x="4277" y="6904"/>
                    <a:pt x="4825" y="6093"/>
                  </a:cubicBezTo>
                  <a:lnTo>
                    <a:pt x="4066" y="5505"/>
                  </a:lnTo>
                  <a:lnTo>
                    <a:pt x="5526" y="3839"/>
                  </a:lnTo>
                  <a:lnTo>
                    <a:pt x="5524" y="3839"/>
                  </a:lnTo>
                  <a:lnTo>
                    <a:pt x="5713" y="3625"/>
                  </a:lnTo>
                  <a:lnTo>
                    <a:pt x="4961" y="962"/>
                  </a:lnTo>
                  <a:lnTo>
                    <a:pt x="469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3975575" y="2229575"/>
              <a:ext cx="120525" cy="70800"/>
            </a:xfrm>
            <a:custGeom>
              <a:avLst/>
              <a:gdLst/>
              <a:ahLst/>
              <a:cxnLst/>
              <a:rect l="l" t="t" r="r" b="b"/>
              <a:pathLst>
                <a:path w="4821" h="2832" extrusionOk="0">
                  <a:moveTo>
                    <a:pt x="3379" y="1"/>
                  </a:moveTo>
                  <a:lnTo>
                    <a:pt x="3379" y="1"/>
                  </a:lnTo>
                  <a:cubicBezTo>
                    <a:pt x="2980" y="174"/>
                    <a:pt x="1929" y="619"/>
                    <a:pt x="1000" y="907"/>
                  </a:cubicBezTo>
                  <a:cubicBezTo>
                    <a:pt x="746" y="986"/>
                    <a:pt x="580" y="1128"/>
                    <a:pt x="478" y="1313"/>
                  </a:cubicBezTo>
                  <a:lnTo>
                    <a:pt x="477" y="1312"/>
                  </a:lnTo>
                  <a:cubicBezTo>
                    <a:pt x="477" y="1312"/>
                    <a:pt x="290" y="1483"/>
                    <a:pt x="0" y="1756"/>
                  </a:cubicBezTo>
                  <a:cubicBezTo>
                    <a:pt x="102" y="1837"/>
                    <a:pt x="221" y="1927"/>
                    <a:pt x="351" y="2019"/>
                  </a:cubicBezTo>
                  <a:cubicBezTo>
                    <a:pt x="473" y="2104"/>
                    <a:pt x="607" y="2191"/>
                    <a:pt x="749" y="2275"/>
                  </a:cubicBezTo>
                  <a:cubicBezTo>
                    <a:pt x="1256" y="2573"/>
                    <a:pt x="1872" y="2831"/>
                    <a:pt x="2488" y="2831"/>
                  </a:cubicBezTo>
                  <a:cubicBezTo>
                    <a:pt x="2722" y="2831"/>
                    <a:pt x="2955" y="2794"/>
                    <a:pt x="3183" y="2708"/>
                  </a:cubicBezTo>
                  <a:lnTo>
                    <a:pt x="3183" y="2707"/>
                  </a:lnTo>
                  <a:cubicBezTo>
                    <a:pt x="4820" y="2087"/>
                    <a:pt x="3406" y="43"/>
                    <a:pt x="3379" y="1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3934850" y="2366900"/>
              <a:ext cx="37775" cy="33025"/>
            </a:xfrm>
            <a:custGeom>
              <a:avLst/>
              <a:gdLst/>
              <a:ahLst/>
              <a:cxnLst/>
              <a:rect l="l" t="t" r="r" b="b"/>
              <a:pathLst>
                <a:path w="1511" h="1321" extrusionOk="0">
                  <a:moveTo>
                    <a:pt x="61" y="1"/>
                  </a:moveTo>
                  <a:cubicBezTo>
                    <a:pt x="29" y="1"/>
                    <a:pt x="1" y="40"/>
                    <a:pt x="31" y="68"/>
                  </a:cubicBezTo>
                  <a:cubicBezTo>
                    <a:pt x="495" y="482"/>
                    <a:pt x="960" y="896"/>
                    <a:pt x="1424" y="1311"/>
                  </a:cubicBezTo>
                  <a:cubicBezTo>
                    <a:pt x="1432" y="1318"/>
                    <a:pt x="1441" y="1321"/>
                    <a:pt x="1450" y="1321"/>
                  </a:cubicBezTo>
                  <a:cubicBezTo>
                    <a:pt x="1483" y="1321"/>
                    <a:pt x="1511" y="1280"/>
                    <a:pt x="1480" y="1254"/>
                  </a:cubicBezTo>
                  <a:cubicBezTo>
                    <a:pt x="1017" y="840"/>
                    <a:pt x="552" y="425"/>
                    <a:pt x="88" y="11"/>
                  </a:cubicBezTo>
                  <a:cubicBezTo>
                    <a:pt x="79" y="4"/>
                    <a:pt x="70" y="1"/>
                    <a:pt x="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4007150" y="2313625"/>
              <a:ext cx="37725" cy="45825"/>
            </a:xfrm>
            <a:custGeom>
              <a:avLst/>
              <a:gdLst/>
              <a:ahLst/>
              <a:cxnLst/>
              <a:rect l="l" t="t" r="r" b="b"/>
              <a:pathLst>
                <a:path w="1509" h="1833" extrusionOk="0">
                  <a:moveTo>
                    <a:pt x="1453" y="1"/>
                  </a:moveTo>
                  <a:cubicBezTo>
                    <a:pt x="1444" y="1"/>
                    <a:pt x="1435" y="5"/>
                    <a:pt x="1428" y="14"/>
                  </a:cubicBezTo>
                  <a:cubicBezTo>
                    <a:pt x="960" y="596"/>
                    <a:pt x="492" y="1180"/>
                    <a:pt x="25" y="1763"/>
                  </a:cubicBezTo>
                  <a:cubicBezTo>
                    <a:pt x="1" y="1792"/>
                    <a:pt x="27" y="1832"/>
                    <a:pt x="55" y="1832"/>
                  </a:cubicBezTo>
                  <a:cubicBezTo>
                    <a:pt x="64" y="1832"/>
                    <a:pt x="73" y="1828"/>
                    <a:pt x="80" y="1819"/>
                  </a:cubicBezTo>
                  <a:cubicBezTo>
                    <a:pt x="548" y="1237"/>
                    <a:pt x="1016" y="653"/>
                    <a:pt x="1484" y="70"/>
                  </a:cubicBezTo>
                  <a:cubicBezTo>
                    <a:pt x="1508" y="41"/>
                    <a:pt x="1481" y="1"/>
                    <a:pt x="14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4033550" y="2324600"/>
              <a:ext cx="9400" cy="2025"/>
            </a:xfrm>
            <a:custGeom>
              <a:avLst/>
              <a:gdLst/>
              <a:ahLst/>
              <a:cxnLst/>
              <a:rect l="l" t="t" r="r" b="b"/>
              <a:pathLst>
                <a:path w="376" h="81" extrusionOk="0">
                  <a:moveTo>
                    <a:pt x="53" y="1"/>
                  </a:moveTo>
                  <a:cubicBezTo>
                    <a:pt x="1" y="1"/>
                    <a:pt x="1" y="81"/>
                    <a:pt x="53" y="81"/>
                  </a:cubicBezTo>
                  <a:lnTo>
                    <a:pt x="325" y="81"/>
                  </a:lnTo>
                  <a:cubicBezTo>
                    <a:pt x="376" y="81"/>
                    <a:pt x="376" y="1"/>
                    <a:pt x="3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3988400" y="2183225"/>
              <a:ext cx="106925" cy="127075"/>
            </a:xfrm>
            <a:custGeom>
              <a:avLst/>
              <a:gdLst/>
              <a:ahLst/>
              <a:cxnLst/>
              <a:rect l="l" t="t" r="r" b="b"/>
              <a:pathLst>
                <a:path w="4277" h="5083" extrusionOk="0">
                  <a:moveTo>
                    <a:pt x="3057" y="0"/>
                  </a:moveTo>
                  <a:lnTo>
                    <a:pt x="1340" y="1320"/>
                  </a:lnTo>
                  <a:cubicBezTo>
                    <a:pt x="1226" y="1953"/>
                    <a:pt x="0" y="2811"/>
                    <a:pt x="619" y="2822"/>
                  </a:cubicBezTo>
                  <a:cubicBezTo>
                    <a:pt x="1239" y="2834"/>
                    <a:pt x="1610" y="4380"/>
                    <a:pt x="2283" y="4839"/>
                  </a:cubicBezTo>
                  <a:cubicBezTo>
                    <a:pt x="2523" y="5003"/>
                    <a:pt x="2815" y="5083"/>
                    <a:pt x="3096" y="5083"/>
                  </a:cubicBezTo>
                  <a:cubicBezTo>
                    <a:pt x="3603" y="5083"/>
                    <a:pt x="4078" y="4823"/>
                    <a:pt x="4155" y="4333"/>
                  </a:cubicBezTo>
                  <a:cubicBezTo>
                    <a:pt x="4277" y="3571"/>
                    <a:pt x="3522" y="2845"/>
                    <a:pt x="3095" y="2121"/>
                  </a:cubicBezTo>
                  <a:cubicBezTo>
                    <a:pt x="2667" y="1395"/>
                    <a:pt x="3057" y="0"/>
                    <a:pt x="3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4063800" y="2169275"/>
              <a:ext cx="2050" cy="33175"/>
            </a:xfrm>
            <a:custGeom>
              <a:avLst/>
              <a:gdLst/>
              <a:ahLst/>
              <a:cxnLst/>
              <a:rect l="l" t="t" r="r" b="b"/>
              <a:pathLst>
                <a:path w="82" h="1327" extrusionOk="0">
                  <a:moveTo>
                    <a:pt x="41" y="1"/>
                  </a:moveTo>
                  <a:cubicBezTo>
                    <a:pt x="19" y="1"/>
                    <a:pt x="0" y="18"/>
                    <a:pt x="0" y="40"/>
                  </a:cubicBezTo>
                  <a:lnTo>
                    <a:pt x="0" y="1287"/>
                  </a:lnTo>
                  <a:cubicBezTo>
                    <a:pt x="0" y="1309"/>
                    <a:pt x="19" y="1326"/>
                    <a:pt x="41" y="1326"/>
                  </a:cubicBezTo>
                  <a:cubicBezTo>
                    <a:pt x="63" y="1326"/>
                    <a:pt x="82" y="1309"/>
                    <a:pt x="82" y="1287"/>
                  </a:cubicBezTo>
                  <a:lnTo>
                    <a:pt x="82" y="40"/>
                  </a:lnTo>
                  <a:cubicBezTo>
                    <a:pt x="82" y="18"/>
                    <a:pt x="63" y="1"/>
                    <a:pt x="4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4056075" y="2194050"/>
              <a:ext cx="17500" cy="23400"/>
            </a:xfrm>
            <a:custGeom>
              <a:avLst/>
              <a:gdLst/>
              <a:ahLst/>
              <a:cxnLst/>
              <a:rect l="l" t="t" r="r" b="b"/>
              <a:pathLst>
                <a:path w="700" h="936" extrusionOk="0">
                  <a:moveTo>
                    <a:pt x="350" y="1"/>
                  </a:moveTo>
                  <a:cubicBezTo>
                    <a:pt x="305" y="1"/>
                    <a:pt x="261" y="23"/>
                    <a:pt x="236" y="67"/>
                  </a:cubicBezTo>
                  <a:lnTo>
                    <a:pt x="27" y="419"/>
                  </a:lnTo>
                  <a:cubicBezTo>
                    <a:pt x="1" y="463"/>
                    <a:pt x="2" y="518"/>
                    <a:pt x="30" y="561"/>
                  </a:cubicBezTo>
                  <a:lnTo>
                    <a:pt x="238" y="875"/>
                  </a:lnTo>
                  <a:cubicBezTo>
                    <a:pt x="265" y="915"/>
                    <a:pt x="308" y="935"/>
                    <a:pt x="350" y="935"/>
                  </a:cubicBezTo>
                  <a:cubicBezTo>
                    <a:pt x="392" y="935"/>
                    <a:pt x="435" y="915"/>
                    <a:pt x="461" y="875"/>
                  </a:cubicBezTo>
                  <a:lnTo>
                    <a:pt x="670" y="561"/>
                  </a:lnTo>
                  <a:cubicBezTo>
                    <a:pt x="698" y="518"/>
                    <a:pt x="699" y="463"/>
                    <a:pt x="673" y="419"/>
                  </a:cubicBezTo>
                  <a:lnTo>
                    <a:pt x="464" y="67"/>
                  </a:lnTo>
                  <a:cubicBezTo>
                    <a:pt x="439" y="23"/>
                    <a:pt x="394" y="1"/>
                    <a:pt x="3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4310825" y="2277375"/>
              <a:ext cx="57950" cy="41775"/>
            </a:xfrm>
            <a:custGeom>
              <a:avLst/>
              <a:gdLst/>
              <a:ahLst/>
              <a:cxnLst/>
              <a:rect l="l" t="t" r="r" b="b"/>
              <a:pathLst>
                <a:path w="2318" h="1671" extrusionOk="0">
                  <a:moveTo>
                    <a:pt x="1290" y="0"/>
                  </a:moveTo>
                  <a:cubicBezTo>
                    <a:pt x="1243" y="0"/>
                    <a:pt x="1155" y="18"/>
                    <a:pt x="1189" y="160"/>
                  </a:cubicBezTo>
                  <a:cubicBezTo>
                    <a:pt x="1234" y="351"/>
                    <a:pt x="1600" y="456"/>
                    <a:pt x="1652" y="509"/>
                  </a:cubicBezTo>
                  <a:cubicBezTo>
                    <a:pt x="1703" y="564"/>
                    <a:pt x="1471" y="688"/>
                    <a:pt x="1471" y="688"/>
                  </a:cubicBezTo>
                  <a:cubicBezTo>
                    <a:pt x="1471" y="688"/>
                    <a:pt x="881" y="96"/>
                    <a:pt x="639" y="96"/>
                  </a:cubicBezTo>
                  <a:cubicBezTo>
                    <a:pt x="631" y="96"/>
                    <a:pt x="624" y="97"/>
                    <a:pt x="617" y="98"/>
                  </a:cubicBezTo>
                  <a:cubicBezTo>
                    <a:pt x="391" y="140"/>
                    <a:pt x="935" y="867"/>
                    <a:pt x="935" y="867"/>
                  </a:cubicBezTo>
                  <a:cubicBezTo>
                    <a:pt x="935" y="867"/>
                    <a:pt x="559" y="508"/>
                    <a:pt x="375" y="508"/>
                  </a:cubicBezTo>
                  <a:cubicBezTo>
                    <a:pt x="374" y="508"/>
                    <a:pt x="373" y="508"/>
                    <a:pt x="372" y="508"/>
                  </a:cubicBezTo>
                  <a:cubicBezTo>
                    <a:pt x="189" y="512"/>
                    <a:pt x="541" y="1096"/>
                    <a:pt x="541" y="1096"/>
                  </a:cubicBezTo>
                  <a:cubicBezTo>
                    <a:pt x="541" y="1096"/>
                    <a:pt x="382" y="957"/>
                    <a:pt x="246" y="957"/>
                  </a:cubicBezTo>
                  <a:cubicBezTo>
                    <a:pt x="207" y="957"/>
                    <a:pt x="169" y="969"/>
                    <a:pt x="138" y="999"/>
                  </a:cubicBezTo>
                  <a:cubicBezTo>
                    <a:pt x="1" y="1134"/>
                    <a:pt x="53" y="1274"/>
                    <a:pt x="167" y="1439"/>
                  </a:cubicBezTo>
                  <a:cubicBezTo>
                    <a:pt x="276" y="1598"/>
                    <a:pt x="461" y="1670"/>
                    <a:pt x="572" y="1670"/>
                  </a:cubicBezTo>
                  <a:cubicBezTo>
                    <a:pt x="576" y="1670"/>
                    <a:pt x="581" y="1670"/>
                    <a:pt x="585" y="1670"/>
                  </a:cubicBezTo>
                  <a:cubicBezTo>
                    <a:pt x="693" y="1664"/>
                    <a:pt x="774" y="1474"/>
                    <a:pt x="774" y="1474"/>
                  </a:cubicBezTo>
                  <a:cubicBezTo>
                    <a:pt x="774" y="1474"/>
                    <a:pt x="949" y="1523"/>
                    <a:pt x="1087" y="1523"/>
                  </a:cubicBezTo>
                  <a:cubicBezTo>
                    <a:pt x="1147" y="1523"/>
                    <a:pt x="1200" y="1514"/>
                    <a:pt x="1229" y="1487"/>
                  </a:cubicBezTo>
                  <a:cubicBezTo>
                    <a:pt x="1323" y="1400"/>
                    <a:pt x="1312" y="1276"/>
                    <a:pt x="1312" y="1276"/>
                  </a:cubicBezTo>
                  <a:lnTo>
                    <a:pt x="1312" y="1276"/>
                  </a:lnTo>
                  <a:cubicBezTo>
                    <a:pt x="1312" y="1276"/>
                    <a:pt x="1377" y="1317"/>
                    <a:pt x="1465" y="1317"/>
                  </a:cubicBezTo>
                  <a:cubicBezTo>
                    <a:pt x="1504" y="1317"/>
                    <a:pt x="1547" y="1309"/>
                    <a:pt x="1592" y="1286"/>
                  </a:cubicBezTo>
                  <a:cubicBezTo>
                    <a:pt x="1735" y="1210"/>
                    <a:pt x="1742" y="1092"/>
                    <a:pt x="1742" y="1092"/>
                  </a:cubicBezTo>
                  <a:cubicBezTo>
                    <a:pt x="1742" y="1092"/>
                    <a:pt x="2032" y="969"/>
                    <a:pt x="2174" y="873"/>
                  </a:cubicBezTo>
                  <a:cubicBezTo>
                    <a:pt x="2317" y="779"/>
                    <a:pt x="2187" y="485"/>
                    <a:pt x="2123" y="289"/>
                  </a:cubicBezTo>
                  <a:cubicBezTo>
                    <a:pt x="2061" y="92"/>
                    <a:pt x="1578" y="150"/>
                    <a:pt x="1316" y="2"/>
                  </a:cubicBezTo>
                  <a:cubicBezTo>
                    <a:pt x="1316" y="2"/>
                    <a:pt x="1305" y="0"/>
                    <a:pt x="1290" y="0"/>
                  </a:cubicBezTo>
                  <a:close/>
                </a:path>
              </a:pathLst>
            </a:custGeom>
            <a:solidFill>
              <a:srgbClr val="8F39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20" name="Google Shape;320;p24"/>
            <p:cNvSpPr/>
            <p:nvPr/>
          </p:nvSpPr>
          <p:spPr>
            <a:xfrm>
              <a:off x="3720050" y="2661900"/>
              <a:ext cx="176700" cy="108975"/>
            </a:xfrm>
            <a:custGeom>
              <a:avLst/>
              <a:gdLst/>
              <a:ahLst/>
              <a:cxnLst/>
              <a:rect l="l" t="t" r="r" b="b"/>
              <a:pathLst>
                <a:path w="7068" h="4359" extrusionOk="0">
                  <a:moveTo>
                    <a:pt x="5586" y="0"/>
                  </a:moveTo>
                  <a:cubicBezTo>
                    <a:pt x="4387" y="780"/>
                    <a:pt x="2501" y="2098"/>
                    <a:pt x="1031" y="2098"/>
                  </a:cubicBezTo>
                  <a:cubicBezTo>
                    <a:pt x="713" y="2098"/>
                    <a:pt x="414" y="2037"/>
                    <a:pt x="146" y="1894"/>
                  </a:cubicBezTo>
                  <a:cubicBezTo>
                    <a:pt x="24" y="2239"/>
                    <a:pt x="1" y="2563"/>
                    <a:pt x="146" y="2851"/>
                  </a:cubicBezTo>
                  <a:cubicBezTo>
                    <a:pt x="146" y="2851"/>
                    <a:pt x="1822" y="4197"/>
                    <a:pt x="3808" y="4358"/>
                  </a:cubicBezTo>
                  <a:cubicBezTo>
                    <a:pt x="4832" y="4161"/>
                    <a:pt x="5988" y="3805"/>
                    <a:pt x="7068" y="3170"/>
                  </a:cubicBezTo>
                  <a:cubicBezTo>
                    <a:pt x="6829" y="2712"/>
                    <a:pt x="6598" y="2252"/>
                    <a:pt x="6387" y="1782"/>
                  </a:cubicBezTo>
                  <a:cubicBezTo>
                    <a:pt x="6161" y="1280"/>
                    <a:pt x="5954" y="768"/>
                    <a:pt x="5717" y="270"/>
                  </a:cubicBezTo>
                  <a:cubicBezTo>
                    <a:pt x="5675" y="180"/>
                    <a:pt x="5631" y="90"/>
                    <a:pt x="5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21" name="Google Shape;321;p24"/>
            <p:cNvSpPr/>
            <p:nvPr/>
          </p:nvSpPr>
          <p:spPr>
            <a:xfrm>
              <a:off x="3723675" y="2714775"/>
              <a:ext cx="91600" cy="5610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2885" y="0"/>
                  </a:moveTo>
                  <a:lnTo>
                    <a:pt x="2885" y="0"/>
                  </a:lnTo>
                  <a:cubicBezTo>
                    <a:pt x="2885" y="1"/>
                    <a:pt x="1354" y="770"/>
                    <a:pt x="332" y="770"/>
                  </a:cubicBezTo>
                  <a:cubicBezTo>
                    <a:pt x="214" y="770"/>
                    <a:pt x="102" y="759"/>
                    <a:pt x="1" y="736"/>
                  </a:cubicBezTo>
                  <a:lnTo>
                    <a:pt x="1" y="736"/>
                  </a:lnTo>
                  <a:cubicBezTo>
                    <a:pt x="1" y="737"/>
                    <a:pt x="1677" y="2082"/>
                    <a:pt x="3663" y="2243"/>
                  </a:cubicBezTo>
                  <a:cubicBezTo>
                    <a:pt x="3663" y="2243"/>
                    <a:pt x="2649" y="1186"/>
                    <a:pt x="2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22" name="Google Shape;322;p24"/>
            <p:cNvSpPr/>
            <p:nvPr/>
          </p:nvSpPr>
          <p:spPr>
            <a:xfrm>
              <a:off x="5072450" y="2896875"/>
              <a:ext cx="176675" cy="108925"/>
            </a:xfrm>
            <a:custGeom>
              <a:avLst/>
              <a:gdLst/>
              <a:ahLst/>
              <a:cxnLst/>
              <a:rect l="l" t="t" r="r" b="b"/>
              <a:pathLst>
                <a:path w="7067" h="4357" extrusionOk="0">
                  <a:moveTo>
                    <a:pt x="1482" y="0"/>
                  </a:moveTo>
                  <a:cubicBezTo>
                    <a:pt x="1437" y="89"/>
                    <a:pt x="1392" y="180"/>
                    <a:pt x="1350" y="270"/>
                  </a:cubicBezTo>
                  <a:cubicBezTo>
                    <a:pt x="1114" y="768"/>
                    <a:pt x="907" y="1280"/>
                    <a:pt x="681" y="1781"/>
                  </a:cubicBezTo>
                  <a:cubicBezTo>
                    <a:pt x="470" y="2250"/>
                    <a:pt x="239" y="2712"/>
                    <a:pt x="0" y="3169"/>
                  </a:cubicBezTo>
                  <a:cubicBezTo>
                    <a:pt x="1080" y="3805"/>
                    <a:pt x="2236" y="4161"/>
                    <a:pt x="3260" y="4357"/>
                  </a:cubicBezTo>
                  <a:cubicBezTo>
                    <a:pt x="5246" y="4197"/>
                    <a:pt x="6922" y="2850"/>
                    <a:pt x="6922" y="2850"/>
                  </a:cubicBezTo>
                  <a:cubicBezTo>
                    <a:pt x="7067" y="2562"/>
                    <a:pt x="7044" y="2239"/>
                    <a:pt x="6922" y="1894"/>
                  </a:cubicBezTo>
                  <a:cubicBezTo>
                    <a:pt x="6654" y="2036"/>
                    <a:pt x="6355" y="2098"/>
                    <a:pt x="6037" y="2098"/>
                  </a:cubicBezTo>
                  <a:cubicBezTo>
                    <a:pt x="4568" y="2098"/>
                    <a:pt x="2681" y="779"/>
                    <a:pt x="148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23" name="Google Shape;323;p24"/>
            <p:cNvSpPr/>
            <p:nvPr/>
          </p:nvSpPr>
          <p:spPr>
            <a:xfrm>
              <a:off x="5153925" y="2949750"/>
              <a:ext cx="91600" cy="56100"/>
            </a:xfrm>
            <a:custGeom>
              <a:avLst/>
              <a:gdLst/>
              <a:ahLst/>
              <a:cxnLst/>
              <a:rect l="l" t="t" r="r" b="b"/>
              <a:pathLst>
                <a:path w="3664" h="2244" extrusionOk="0">
                  <a:moveTo>
                    <a:pt x="779" y="1"/>
                  </a:moveTo>
                  <a:lnTo>
                    <a:pt x="779" y="1"/>
                  </a:lnTo>
                  <a:cubicBezTo>
                    <a:pt x="1013" y="1186"/>
                    <a:pt x="1" y="2242"/>
                    <a:pt x="1" y="2242"/>
                  </a:cubicBezTo>
                  <a:lnTo>
                    <a:pt x="1" y="2243"/>
                  </a:lnTo>
                  <a:cubicBezTo>
                    <a:pt x="1987" y="2082"/>
                    <a:pt x="3663" y="735"/>
                    <a:pt x="3663" y="735"/>
                  </a:cubicBezTo>
                  <a:lnTo>
                    <a:pt x="3663" y="735"/>
                  </a:lnTo>
                  <a:cubicBezTo>
                    <a:pt x="3561" y="758"/>
                    <a:pt x="3449" y="769"/>
                    <a:pt x="3330" y="769"/>
                  </a:cubicBezTo>
                  <a:cubicBezTo>
                    <a:pt x="2308" y="769"/>
                    <a:pt x="779" y="1"/>
                    <a:pt x="7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24" name="Google Shape;324;p24"/>
            <p:cNvSpPr/>
            <p:nvPr/>
          </p:nvSpPr>
          <p:spPr>
            <a:xfrm>
              <a:off x="3816550" y="3338600"/>
              <a:ext cx="92725" cy="22500"/>
            </a:xfrm>
            <a:custGeom>
              <a:avLst/>
              <a:gdLst/>
              <a:ahLst/>
              <a:cxnLst/>
              <a:rect l="l" t="t" r="r" b="b"/>
              <a:pathLst>
                <a:path w="3709" h="900" extrusionOk="0">
                  <a:moveTo>
                    <a:pt x="0" y="1"/>
                  </a:moveTo>
                  <a:lnTo>
                    <a:pt x="0" y="899"/>
                  </a:lnTo>
                  <a:lnTo>
                    <a:pt x="3709" y="899"/>
                  </a:lnTo>
                  <a:lnTo>
                    <a:pt x="37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25" name="Google Shape;325;p24"/>
            <p:cNvSpPr/>
            <p:nvPr/>
          </p:nvSpPr>
          <p:spPr>
            <a:xfrm>
              <a:off x="3748275" y="3273675"/>
              <a:ext cx="232800" cy="71475"/>
            </a:xfrm>
            <a:custGeom>
              <a:avLst/>
              <a:gdLst/>
              <a:ahLst/>
              <a:cxnLst/>
              <a:rect l="l" t="t" r="r" b="b"/>
              <a:pathLst>
                <a:path w="9312" h="2859" extrusionOk="0">
                  <a:moveTo>
                    <a:pt x="0" y="0"/>
                  </a:moveTo>
                  <a:lnTo>
                    <a:pt x="988" y="1774"/>
                  </a:lnTo>
                  <a:lnTo>
                    <a:pt x="1042" y="1869"/>
                  </a:lnTo>
                  <a:lnTo>
                    <a:pt x="1168" y="2095"/>
                  </a:lnTo>
                  <a:cubicBezTo>
                    <a:pt x="1242" y="2229"/>
                    <a:pt x="1335" y="2347"/>
                    <a:pt x="1442" y="2449"/>
                  </a:cubicBezTo>
                  <a:cubicBezTo>
                    <a:pt x="1472" y="2478"/>
                    <a:pt x="1503" y="2505"/>
                    <a:pt x="1536" y="2530"/>
                  </a:cubicBezTo>
                  <a:cubicBezTo>
                    <a:pt x="1795" y="2740"/>
                    <a:pt x="2123" y="2859"/>
                    <a:pt x="2468" y="2859"/>
                  </a:cubicBezTo>
                  <a:lnTo>
                    <a:pt x="6845" y="2859"/>
                  </a:lnTo>
                  <a:cubicBezTo>
                    <a:pt x="7131" y="2859"/>
                    <a:pt x="7406" y="2776"/>
                    <a:pt x="7639" y="2628"/>
                  </a:cubicBezTo>
                  <a:cubicBezTo>
                    <a:pt x="7676" y="2607"/>
                    <a:pt x="7710" y="2582"/>
                    <a:pt x="7745" y="2556"/>
                  </a:cubicBezTo>
                  <a:cubicBezTo>
                    <a:pt x="7906" y="2433"/>
                    <a:pt x="8042" y="2278"/>
                    <a:pt x="8144" y="2095"/>
                  </a:cubicBezTo>
                  <a:lnTo>
                    <a:pt x="8168" y="2053"/>
                  </a:lnTo>
                  <a:lnTo>
                    <a:pt x="8223" y="1955"/>
                  </a:lnTo>
                  <a:lnTo>
                    <a:pt x="93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26" name="Google Shape;326;p24"/>
            <p:cNvSpPr/>
            <p:nvPr/>
          </p:nvSpPr>
          <p:spPr>
            <a:xfrm>
              <a:off x="3772975" y="3273675"/>
              <a:ext cx="15425" cy="46750"/>
            </a:xfrm>
            <a:custGeom>
              <a:avLst/>
              <a:gdLst/>
              <a:ahLst/>
              <a:cxnLst/>
              <a:rect l="l" t="t" r="r" b="b"/>
              <a:pathLst>
                <a:path w="617" h="1870" extrusionOk="0">
                  <a:moveTo>
                    <a:pt x="357" y="0"/>
                  </a:moveTo>
                  <a:cubicBezTo>
                    <a:pt x="438" y="190"/>
                    <a:pt x="490" y="395"/>
                    <a:pt x="500" y="613"/>
                  </a:cubicBezTo>
                  <a:cubicBezTo>
                    <a:pt x="521" y="1062"/>
                    <a:pt x="329" y="1506"/>
                    <a:pt x="0" y="1774"/>
                  </a:cubicBezTo>
                  <a:lnTo>
                    <a:pt x="54" y="1869"/>
                  </a:lnTo>
                  <a:cubicBezTo>
                    <a:pt x="387" y="1606"/>
                    <a:pt x="599" y="1180"/>
                    <a:pt x="610" y="735"/>
                  </a:cubicBezTo>
                  <a:cubicBezTo>
                    <a:pt x="616" y="474"/>
                    <a:pt x="565" y="228"/>
                    <a:pt x="47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27" name="Google Shape;327;p24"/>
            <p:cNvSpPr/>
            <p:nvPr/>
          </p:nvSpPr>
          <p:spPr>
            <a:xfrm>
              <a:off x="3798550" y="3273675"/>
              <a:ext cx="116250" cy="29825"/>
            </a:xfrm>
            <a:custGeom>
              <a:avLst/>
              <a:gdLst/>
              <a:ahLst/>
              <a:cxnLst/>
              <a:rect l="l" t="t" r="r" b="b"/>
              <a:pathLst>
                <a:path w="4650" h="1193" extrusionOk="0">
                  <a:moveTo>
                    <a:pt x="0" y="0"/>
                  </a:moveTo>
                  <a:cubicBezTo>
                    <a:pt x="193" y="421"/>
                    <a:pt x="542" y="776"/>
                    <a:pt x="968" y="974"/>
                  </a:cubicBezTo>
                  <a:cubicBezTo>
                    <a:pt x="1295" y="1126"/>
                    <a:pt x="1643" y="1193"/>
                    <a:pt x="1992" y="1193"/>
                  </a:cubicBezTo>
                  <a:cubicBezTo>
                    <a:pt x="2615" y="1193"/>
                    <a:pt x="3244" y="980"/>
                    <a:pt x="3775" y="658"/>
                  </a:cubicBezTo>
                  <a:cubicBezTo>
                    <a:pt x="4088" y="470"/>
                    <a:pt x="4377" y="244"/>
                    <a:pt x="4649" y="0"/>
                  </a:cubicBezTo>
                  <a:lnTo>
                    <a:pt x="4482" y="0"/>
                  </a:lnTo>
                  <a:cubicBezTo>
                    <a:pt x="3778" y="605"/>
                    <a:pt x="2955" y="1084"/>
                    <a:pt x="2000" y="1084"/>
                  </a:cubicBezTo>
                  <a:cubicBezTo>
                    <a:pt x="1990" y="1084"/>
                    <a:pt x="1980" y="1084"/>
                    <a:pt x="1970" y="1084"/>
                  </a:cubicBezTo>
                  <a:cubicBezTo>
                    <a:pt x="1400" y="1077"/>
                    <a:pt x="836" y="880"/>
                    <a:pt x="438" y="458"/>
                  </a:cubicBezTo>
                  <a:cubicBezTo>
                    <a:pt x="309" y="321"/>
                    <a:pt x="202" y="167"/>
                    <a:pt x="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28" name="Google Shape;328;p24"/>
            <p:cNvSpPr/>
            <p:nvPr/>
          </p:nvSpPr>
          <p:spPr>
            <a:xfrm>
              <a:off x="3937400" y="3273675"/>
              <a:ext cx="16475" cy="51350"/>
            </a:xfrm>
            <a:custGeom>
              <a:avLst/>
              <a:gdLst/>
              <a:ahLst/>
              <a:cxnLst/>
              <a:rect l="l" t="t" r="r" b="b"/>
              <a:pathLst>
                <a:path w="659" h="2054" extrusionOk="0">
                  <a:moveTo>
                    <a:pt x="219" y="0"/>
                  </a:moveTo>
                  <a:cubicBezTo>
                    <a:pt x="56" y="284"/>
                    <a:pt x="0" y="613"/>
                    <a:pt x="48" y="944"/>
                  </a:cubicBezTo>
                  <a:cubicBezTo>
                    <a:pt x="112" y="1380"/>
                    <a:pt x="324" y="1742"/>
                    <a:pt x="603" y="2053"/>
                  </a:cubicBezTo>
                  <a:lnTo>
                    <a:pt x="658" y="1955"/>
                  </a:lnTo>
                  <a:cubicBezTo>
                    <a:pt x="428" y="1691"/>
                    <a:pt x="250" y="1388"/>
                    <a:pt x="174" y="1030"/>
                  </a:cubicBezTo>
                  <a:cubicBezTo>
                    <a:pt x="99" y="671"/>
                    <a:pt x="150" y="305"/>
                    <a:pt x="3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29" name="Google Shape;329;p24"/>
            <p:cNvSpPr/>
            <p:nvPr/>
          </p:nvSpPr>
          <p:spPr>
            <a:xfrm>
              <a:off x="3784300" y="3318475"/>
              <a:ext cx="157625" cy="20925"/>
            </a:xfrm>
            <a:custGeom>
              <a:avLst/>
              <a:gdLst/>
              <a:ahLst/>
              <a:cxnLst/>
              <a:rect l="l" t="t" r="r" b="b"/>
              <a:pathLst>
                <a:path w="6305" h="837" extrusionOk="0">
                  <a:moveTo>
                    <a:pt x="2681" y="0"/>
                  </a:moveTo>
                  <a:cubicBezTo>
                    <a:pt x="2001" y="0"/>
                    <a:pt x="1323" y="105"/>
                    <a:pt x="660" y="357"/>
                  </a:cubicBezTo>
                  <a:cubicBezTo>
                    <a:pt x="447" y="438"/>
                    <a:pt x="214" y="534"/>
                    <a:pt x="1" y="657"/>
                  </a:cubicBezTo>
                  <a:cubicBezTo>
                    <a:pt x="31" y="686"/>
                    <a:pt x="62" y="713"/>
                    <a:pt x="94" y="738"/>
                  </a:cubicBezTo>
                  <a:cubicBezTo>
                    <a:pt x="118" y="725"/>
                    <a:pt x="143" y="712"/>
                    <a:pt x="167" y="699"/>
                  </a:cubicBezTo>
                  <a:cubicBezTo>
                    <a:pt x="472" y="536"/>
                    <a:pt x="796" y="410"/>
                    <a:pt x="1129" y="318"/>
                  </a:cubicBezTo>
                  <a:cubicBezTo>
                    <a:pt x="1643" y="175"/>
                    <a:pt x="2177" y="112"/>
                    <a:pt x="2709" y="112"/>
                  </a:cubicBezTo>
                  <a:cubicBezTo>
                    <a:pt x="2845" y="112"/>
                    <a:pt x="2981" y="116"/>
                    <a:pt x="3117" y="124"/>
                  </a:cubicBezTo>
                  <a:cubicBezTo>
                    <a:pt x="4177" y="183"/>
                    <a:pt x="5202" y="474"/>
                    <a:pt x="6198" y="836"/>
                  </a:cubicBezTo>
                  <a:cubicBezTo>
                    <a:pt x="6235" y="815"/>
                    <a:pt x="6269" y="790"/>
                    <a:pt x="6304" y="764"/>
                  </a:cubicBezTo>
                  <a:cubicBezTo>
                    <a:pt x="5137" y="339"/>
                    <a:pt x="3905" y="0"/>
                    <a:pt x="26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30" name="Google Shape;330;p24"/>
            <p:cNvSpPr/>
            <p:nvPr/>
          </p:nvSpPr>
          <p:spPr>
            <a:xfrm>
              <a:off x="3749650" y="3266475"/>
              <a:ext cx="231425" cy="14425"/>
            </a:xfrm>
            <a:custGeom>
              <a:avLst/>
              <a:gdLst/>
              <a:ahLst/>
              <a:cxnLst/>
              <a:rect l="l" t="t" r="r" b="b"/>
              <a:pathLst>
                <a:path w="9257" h="577" extrusionOk="0">
                  <a:moveTo>
                    <a:pt x="4629" y="0"/>
                  </a:moveTo>
                  <a:cubicBezTo>
                    <a:pt x="2072" y="0"/>
                    <a:pt x="1" y="129"/>
                    <a:pt x="1" y="288"/>
                  </a:cubicBezTo>
                  <a:cubicBezTo>
                    <a:pt x="1" y="448"/>
                    <a:pt x="2072" y="577"/>
                    <a:pt x="4629" y="577"/>
                  </a:cubicBezTo>
                  <a:cubicBezTo>
                    <a:pt x="7185" y="577"/>
                    <a:pt x="9256" y="448"/>
                    <a:pt x="9256" y="288"/>
                  </a:cubicBezTo>
                  <a:cubicBezTo>
                    <a:pt x="9256" y="129"/>
                    <a:pt x="7185" y="0"/>
                    <a:pt x="4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31" name="Google Shape;331;p24"/>
            <p:cNvSpPr/>
            <p:nvPr/>
          </p:nvSpPr>
          <p:spPr>
            <a:xfrm>
              <a:off x="3867325" y="3030525"/>
              <a:ext cx="122550" cy="202075"/>
            </a:xfrm>
            <a:custGeom>
              <a:avLst/>
              <a:gdLst/>
              <a:ahLst/>
              <a:cxnLst/>
              <a:rect l="l" t="t" r="r" b="b"/>
              <a:pathLst>
                <a:path w="4902" h="8083" extrusionOk="0">
                  <a:moveTo>
                    <a:pt x="4826" y="0"/>
                  </a:moveTo>
                  <a:cubicBezTo>
                    <a:pt x="4826" y="0"/>
                    <a:pt x="3848" y="209"/>
                    <a:pt x="2772" y="1130"/>
                  </a:cubicBezTo>
                  <a:lnTo>
                    <a:pt x="2735" y="1917"/>
                  </a:lnTo>
                  <a:lnTo>
                    <a:pt x="2488" y="1388"/>
                  </a:lnTo>
                  <a:cubicBezTo>
                    <a:pt x="1313" y="2524"/>
                    <a:pt x="113" y="4542"/>
                    <a:pt x="0" y="8082"/>
                  </a:cubicBezTo>
                  <a:cubicBezTo>
                    <a:pt x="0" y="8082"/>
                    <a:pt x="1563" y="7572"/>
                    <a:pt x="2918" y="6124"/>
                  </a:cubicBezTo>
                  <a:lnTo>
                    <a:pt x="2918" y="6124"/>
                  </a:lnTo>
                  <a:lnTo>
                    <a:pt x="778" y="6505"/>
                  </a:lnTo>
                  <a:lnTo>
                    <a:pt x="3763" y="5027"/>
                  </a:lnTo>
                  <a:cubicBezTo>
                    <a:pt x="4146" y="4413"/>
                    <a:pt x="4467" y="3690"/>
                    <a:pt x="4664" y="2841"/>
                  </a:cubicBezTo>
                  <a:lnTo>
                    <a:pt x="4664" y="2841"/>
                  </a:lnTo>
                  <a:lnTo>
                    <a:pt x="2819" y="3170"/>
                  </a:lnTo>
                  <a:lnTo>
                    <a:pt x="2819" y="3170"/>
                  </a:lnTo>
                  <a:lnTo>
                    <a:pt x="4784" y="2196"/>
                  </a:lnTo>
                  <a:cubicBezTo>
                    <a:pt x="4879" y="1534"/>
                    <a:pt x="4901" y="804"/>
                    <a:pt x="48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32" name="Google Shape;332;p24"/>
            <p:cNvSpPr/>
            <p:nvPr/>
          </p:nvSpPr>
          <p:spPr>
            <a:xfrm>
              <a:off x="3848225" y="2937300"/>
              <a:ext cx="88300" cy="145525"/>
            </a:xfrm>
            <a:custGeom>
              <a:avLst/>
              <a:gdLst/>
              <a:ahLst/>
              <a:cxnLst/>
              <a:rect l="l" t="t" r="r" b="b"/>
              <a:pathLst>
                <a:path w="3532" h="5821" extrusionOk="0">
                  <a:moveTo>
                    <a:pt x="3478" y="0"/>
                  </a:moveTo>
                  <a:lnTo>
                    <a:pt x="3478" y="0"/>
                  </a:lnTo>
                  <a:cubicBezTo>
                    <a:pt x="3478" y="0"/>
                    <a:pt x="2772" y="149"/>
                    <a:pt x="1997" y="814"/>
                  </a:cubicBezTo>
                  <a:lnTo>
                    <a:pt x="1971" y="1379"/>
                  </a:lnTo>
                  <a:lnTo>
                    <a:pt x="1793" y="1000"/>
                  </a:lnTo>
                  <a:cubicBezTo>
                    <a:pt x="947" y="1817"/>
                    <a:pt x="83" y="3271"/>
                    <a:pt x="1" y="5821"/>
                  </a:cubicBezTo>
                  <a:cubicBezTo>
                    <a:pt x="1" y="5821"/>
                    <a:pt x="1126" y="5453"/>
                    <a:pt x="2103" y="4410"/>
                  </a:cubicBezTo>
                  <a:lnTo>
                    <a:pt x="2103" y="4410"/>
                  </a:lnTo>
                  <a:lnTo>
                    <a:pt x="561" y="4685"/>
                  </a:lnTo>
                  <a:lnTo>
                    <a:pt x="2711" y="3620"/>
                  </a:lnTo>
                  <a:cubicBezTo>
                    <a:pt x="2988" y="3179"/>
                    <a:pt x="3218" y="2657"/>
                    <a:pt x="3360" y="2046"/>
                  </a:cubicBezTo>
                  <a:lnTo>
                    <a:pt x="3360" y="2046"/>
                  </a:lnTo>
                  <a:lnTo>
                    <a:pt x="2032" y="2283"/>
                  </a:lnTo>
                  <a:lnTo>
                    <a:pt x="3447" y="1582"/>
                  </a:lnTo>
                  <a:cubicBezTo>
                    <a:pt x="3515" y="1106"/>
                    <a:pt x="3531" y="578"/>
                    <a:pt x="3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33" name="Google Shape;333;p24"/>
            <p:cNvSpPr/>
            <p:nvPr/>
          </p:nvSpPr>
          <p:spPr>
            <a:xfrm>
              <a:off x="3723725" y="3010050"/>
              <a:ext cx="143650" cy="208125"/>
            </a:xfrm>
            <a:custGeom>
              <a:avLst/>
              <a:gdLst/>
              <a:ahLst/>
              <a:cxnLst/>
              <a:rect l="l" t="t" r="r" b="b"/>
              <a:pathLst>
                <a:path w="5746" h="8325" extrusionOk="0">
                  <a:moveTo>
                    <a:pt x="26" y="1"/>
                  </a:moveTo>
                  <a:lnTo>
                    <a:pt x="26" y="1"/>
                  </a:lnTo>
                  <a:cubicBezTo>
                    <a:pt x="0" y="867"/>
                    <a:pt x="74" y="1648"/>
                    <a:pt x="222" y="2350"/>
                  </a:cubicBezTo>
                  <a:lnTo>
                    <a:pt x="2392" y="3257"/>
                  </a:lnTo>
                  <a:lnTo>
                    <a:pt x="394" y="3031"/>
                  </a:lnTo>
                  <a:lnTo>
                    <a:pt x="394" y="3031"/>
                  </a:lnTo>
                  <a:cubicBezTo>
                    <a:pt x="662" y="3926"/>
                    <a:pt x="1056" y="4680"/>
                    <a:pt x="1508" y="5310"/>
                  </a:cubicBezTo>
                  <a:lnTo>
                    <a:pt x="4806" y="6689"/>
                  </a:lnTo>
                  <a:lnTo>
                    <a:pt x="2488" y="6427"/>
                  </a:lnTo>
                  <a:lnTo>
                    <a:pt x="2488" y="6427"/>
                  </a:lnTo>
                  <a:cubicBezTo>
                    <a:pt x="4038" y="7886"/>
                    <a:pt x="5746" y="8325"/>
                    <a:pt x="5746" y="8325"/>
                  </a:cubicBezTo>
                  <a:cubicBezTo>
                    <a:pt x="5384" y="4541"/>
                    <a:pt x="3961" y="2462"/>
                    <a:pt x="2625" y="1326"/>
                  </a:cubicBezTo>
                  <a:lnTo>
                    <a:pt x="2396" y="1908"/>
                  </a:lnTo>
                  <a:lnTo>
                    <a:pt x="2304" y="1070"/>
                  </a:lnTo>
                  <a:cubicBezTo>
                    <a:pt x="1088" y="157"/>
                    <a:pt x="26" y="1"/>
                    <a:pt x="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34" name="Google Shape;334;p24"/>
            <p:cNvSpPr/>
            <p:nvPr/>
          </p:nvSpPr>
          <p:spPr>
            <a:xfrm>
              <a:off x="3827775" y="2990400"/>
              <a:ext cx="53475" cy="285400"/>
            </a:xfrm>
            <a:custGeom>
              <a:avLst/>
              <a:gdLst/>
              <a:ahLst/>
              <a:cxnLst/>
              <a:rect l="l" t="t" r="r" b="b"/>
              <a:pathLst>
                <a:path w="2139" h="11416" extrusionOk="0">
                  <a:moveTo>
                    <a:pt x="141" y="1"/>
                  </a:moveTo>
                  <a:cubicBezTo>
                    <a:pt x="129" y="1"/>
                    <a:pt x="118" y="3"/>
                    <a:pt x="106" y="6"/>
                  </a:cubicBezTo>
                  <a:cubicBezTo>
                    <a:pt x="39" y="26"/>
                    <a:pt x="0" y="96"/>
                    <a:pt x="19" y="162"/>
                  </a:cubicBezTo>
                  <a:cubicBezTo>
                    <a:pt x="41" y="238"/>
                    <a:pt x="2139" y="7630"/>
                    <a:pt x="1239" y="11259"/>
                  </a:cubicBezTo>
                  <a:cubicBezTo>
                    <a:pt x="1223" y="11327"/>
                    <a:pt x="1264" y="11395"/>
                    <a:pt x="1332" y="11413"/>
                  </a:cubicBezTo>
                  <a:cubicBezTo>
                    <a:pt x="1342" y="11414"/>
                    <a:pt x="1352" y="11415"/>
                    <a:pt x="1362" y="11415"/>
                  </a:cubicBezTo>
                  <a:cubicBezTo>
                    <a:pt x="1420" y="11415"/>
                    <a:pt x="1471" y="11378"/>
                    <a:pt x="1485" y="11320"/>
                  </a:cubicBezTo>
                  <a:cubicBezTo>
                    <a:pt x="1871" y="9765"/>
                    <a:pt x="1781" y="7403"/>
                    <a:pt x="1220" y="4297"/>
                  </a:cubicBezTo>
                  <a:cubicBezTo>
                    <a:pt x="804" y="1990"/>
                    <a:pt x="268" y="111"/>
                    <a:pt x="264" y="93"/>
                  </a:cubicBezTo>
                  <a:cubicBezTo>
                    <a:pt x="247" y="37"/>
                    <a:pt x="196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35" name="Google Shape;335;p24"/>
            <p:cNvSpPr/>
            <p:nvPr/>
          </p:nvSpPr>
          <p:spPr>
            <a:xfrm>
              <a:off x="3798475" y="2171375"/>
              <a:ext cx="128050" cy="125325"/>
            </a:xfrm>
            <a:custGeom>
              <a:avLst/>
              <a:gdLst/>
              <a:ahLst/>
              <a:cxnLst/>
              <a:rect l="l" t="t" r="r" b="b"/>
              <a:pathLst>
                <a:path w="5122" h="5013" extrusionOk="0">
                  <a:moveTo>
                    <a:pt x="2560" y="1494"/>
                  </a:moveTo>
                  <a:cubicBezTo>
                    <a:pt x="3137" y="1494"/>
                    <a:pt x="3606" y="1964"/>
                    <a:pt x="3606" y="2540"/>
                  </a:cubicBezTo>
                  <a:cubicBezTo>
                    <a:pt x="3606" y="3117"/>
                    <a:pt x="3137" y="3586"/>
                    <a:pt x="2560" y="3586"/>
                  </a:cubicBezTo>
                  <a:cubicBezTo>
                    <a:pt x="1984" y="3586"/>
                    <a:pt x="1513" y="3117"/>
                    <a:pt x="1513" y="2540"/>
                  </a:cubicBezTo>
                  <a:cubicBezTo>
                    <a:pt x="1513" y="1964"/>
                    <a:pt x="1984" y="1494"/>
                    <a:pt x="2560" y="1494"/>
                  </a:cubicBezTo>
                  <a:close/>
                  <a:moveTo>
                    <a:pt x="2008" y="1"/>
                  </a:moveTo>
                  <a:lnTo>
                    <a:pt x="2008" y="822"/>
                  </a:lnTo>
                  <a:cubicBezTo>
                    <a:pt x="1833" y="878"/>
                    <a:pt x="1668" y="961"/>
                    <a:pt x="1521" y="1065"/>
                  </a:cubicBezTo>
                  <a:lnTo>
                    <a:pt x="861" y="586"/>
                  </a:lnTo>
                  <a:lnTo>
                    <a:pt x="212" y="1478"/>
                  </a:lnTo>
                  <a:lnTo>
                    <a:pt x="856" y="1948"/>
                  </a:lnTo>
                  <a:cubicBezTo>
                    <a:pt x="804" y="2095"/>
                    <a:pt x="771" y="2252"/>
                    <a:pt x="759" y="2414"/>
                  </a:cubicBezTo>
                  <a:lnTo>
                    <a:pt x="0" y="2617"/>
                  </a:lnTo>
                  <a:lnTo>
                    <a:pt x="286" y="3683"/>
                  </a:lnTo>
                  <a:lnTo>
                    <a:pt x="1023" y="3486"/>
                  </a:lnTo>
                  <a:cubicBezTo>
                    <a:pt x="1113" y="3629"/>
                    <a:pt x="1220" y="3760"/>
                    <a:pt x="1345" y="3874"/>
                  </a:cubicBezTo>
                  <a:lnTo>
                    <a:pt x="1038" y="4564"/>
                  </a:lnTo>
                  <a:lnTo>
                    <a:pt x="2046" y="5013"/>
                  </a:lnTo>
                  <a:lnTo>
                    <a:pt x="2349" y="4332"/>
                  </a:lnTo>
                  <a:cubicBezTo>
                    <a:pt x="2418" y="4341"/>
                    <a:pt x="2489" y="4345"/>
                    <a:pt x="2560" y="4345"/>
                  </a:cubicBezTo>
                  <a:cubicBezTo>
                    <a:pt x="2664" y="4345"/>
                    <a:pt x="2766" y="4335"/>
                    <a:pt x="2866" y="4319"/>
                  </a:cubicBezTo>
                  <a:lnTo>
                    <a:pt x="3203" y="4983"/>
                  </a:lnTo>
                  <a:lnTo>
                    <a:pt x="4187" y="4481"/>
                  </a:lnTo>
                  <a:lnTo>
                    <a:pt x="3844" y="3808"/>
                  </a:lnTo>
                  <a:cubicBezTo>
                    <a:pt x="3961" y="3687"/>
                    <a:pt x="4062" y="3553"/>
                    <a:pt x="4144" y="3403"/>
                  </a:cubicBezTo>
                  <a:lnTo>
                    <a:pt x="4893" y="3563"/>
                  </a:lnTo>
                  <a:lnTo>
                    <a:pt x="5121" y="2484"/>
                  </a:lnTo>
                  <a:lnTo>
                    <a:pt x="4351" y="2318"/>
                  </a:lnTo>
                  <a:cubicBezTo>
                    <a:pt x="4330" y="2159"/>
                    <a:pt x="4290" y="2004"/>
                    <a:pt x="4230" y="1859"/>
                  </a:cubicBezTo>
                  <a:lnTo>
                    <a:pt x="4851" y="1358"/>
                  </a:lnTo>
                  <a:lnTo>
                    <a:pt x="4157" y="500"/>
                  </a:lnTo>
                  <a:lnTo>
                    <a:pt x="3521" y="1015"/>
                  </a:lnTo>
                  <a:cubicBezTo>
                    <a:pt x="3395" y="934"/>
                    <a:pt x="3257" y="870"/>
                    <a:pt x="3112" y="822"/>
                  </a:cubicBezTo>
                  <a:lnTo>
                    <a:pt x="31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36" name="Google Shape;336;p24"/>
            <p:cNvSpPr/>
            <p:nvPr/>
          </p:nvSpPr>
          <p:spPr>
            <a:xfrm>
              <a:off x="5050775" y="2412500"/>
              <a:ext cx="128050" cy="125300"/>
            </a:xfrm>
            <a:custGeom>
              <a:avLst/>
              <a:gdLst/>
              <a:ahLst/>
              <a:cxnLst/>
              <a:rect l="l" t="t" r="r" b="b"/>
              <a:pathLst>
                <a:path w="5122" h="5012" extrusionOk="0">
                  <a:moveTo>
                    <a:pt x="2561" y="1493"/>
                  </a:moveTo>
                  <a:cubicBezTo>
                    <a:pt x="3137" y="1493"/>
                    <a:pt x="3607" y="1962"/>
                    <a:pt x="3607" y="2540"/>
                  </a:cubicBezTo>
                  <a:cubicBezTo>
                    <a:pt x="3607" y="3117"/>
                    <a:pt x="3137" y="3586"/>
                    <a:pt x="2561" y="3586"/>
                  </a:cubicBezTo>
                  <a:cubicBezTo>
                    <a:pt x="1984" y="3586"/>
                    <a:pt x="1515" y="3117"/>
                    <a:pt x="1515" y="2540"/>
                  </a:cubicBezTo>
                  <a:cubicBezTo>
                    <a:pt x="1515" y="1962"/>
                    <a:pt x="1984" y="1493"/>
                    <a:pt x="2561" y="1493"/>
                  </a:cubicBezTo>
                  <a:close/>
                  <a:moveTo>
                    <a:pt x="2009" y="1"/>
                  </a:moveTo>
                  <a:lnTo>
                    <a:pt x="2009" y="822"/>
                  </a:lnTo>
                  <a:cubicBezTo>
                    <a:pt x="1834" y="879"/>
                    <a:pt x="1670" y="961"/>
                    <a:pt x="1522" y="1066"/>
                  </a:cubicBezTo>
                  <a:lnTo>
                    <a:pt x="861" y="586"/>
                  </a:lnTo>
                  <a:lnTo>
                    <a:pt x="212" y="1478"/>
                  </a:lnTo>
                  <a:lnTo>
                    <a:pt x="857" y="1946"/>
                  </a:lnTo>
                  <a:cubicBezTo>
                    <a:pt x="805" y="2094"/>
                    <a:pt x="773" y="2251"/>
                    <a:pt x="761" y="2413"/>
                  </a:cubicBezTo>
                  <a:lnTo>
                    <a:pt x="1" y="2617"/>
                  </a:lnTo>
                  <a:lnTo>
                    <a:pt x="288" y="3683"/>
                  </a:lnTo>
                  <a:lnTo>
                    <a:pt x="1024" y="3485"/>
                  </a:lnTo>
                  <a:cubicBezTo>
                    <a:pt x="1114" y="3630"/>
                    <a:pt x="1222" y="3760"/>
                    <a:pt x="1347" y="3873"/>
                  </a:cubicBezTo>
                  <a:lnTo>
                    <a:pt x="1040" y="4563"/>
                  </a:lnTo>
                  <a:lnTo>
                    <a:pt x="2048" y="5012"/>
                  </a:lnTo>
                  <a:lnTo>
                    <a:pt x="2351" y="4332"/>
                  </a:lnTo>
                  <a:cubicBezTo>
                    <a:pt x="2420" y="4340"/>
                    <a:pt x="2490" y="4344"/>
                    <a:pt x="2561" y="4344"/>
                  </a:cubicBezTo>
                  <a:cubicBezTo>
                    <a:pt x="2665" y="4344"/>
                    <a:pt x="2766" y="4335"/>
                    <a:pt x="2866" y="4318"/>
                  </a:cubicBezTo>
                  <a:lnTo>
                    <a:pt x="3205" y="4981"/>
                  </a:lnTo>
                  <a:lnTo>
                    <a:pt x="4189" y="4480"/>
                  </a:lnTo>
                  <a:lnTo>
                    <a:pt x="3844" y="3807"/>
                  </a:lnTo>
                  <a:cubicBezTo>
                    <a:pt x="3963" y="3688"/>
                    <a:pt x="4064" y="3552"/>
                    <a:pt x="4146" y="3404"/>
                  </a:cubicBezTo>
                  <a:lnTo>
                    <a:pt x="4893" y="3562"/>
                  </a:lnTo>
                  <a:lnTo>
                    <a:pt x="5122" y="2482"/>
                  </a:lnTo>
                  <a:lnTo>
                    <a:pt x="4351" y="2319"/>
                  </a:lnTo>
                  <a:cubicBezTo>
                    <a:pt x="4331" y="2158"/>
                    <a:pt x="4290" y="2004"/>
                    <a:pt x="4233" y="1859"/>
                  </a:cubicBezTo>
                  <a:lnTo>
                    <a:pt x="4853" y="1357"/>
                  </a:lnTo>
                  <a:lnTo>
                    <a:pt x="4157" y="499"/>
                  </a:lnTo>
                  <a:lnTo>
                    <a:pt x="3523" y="1013"/>
                  </a:lnTo>
                  <a:cubicBezTo>
                    <a:pt x="3395" y="934"/>
                    <a:pt x="3258" y="869"/>
                    <a:pt x="3113" y="822"/>
                  </a:cubicBezTo>
                  <a:lnTo>
                    <a:pt x="31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37" name="Google Shape;337;p24"/>
            <p:cNvSpPr/>
            <p:nvPr/>
          </p:nvSpPr>
          <p:spPr>
            <a:xfrm>
              <a:off x="4367900" y="3114100"/>
              <a:ext cx="688925" cy="246625"/>
            </a:xfrm>
            <a:custGeom>
              <a:avLst/>
              <a:gdLst/>
              <a:ahLst/>
              <a:cxnLst/>
              <a:rect l="l" t="t" r="r" b="b"/>
              <a:pathLst>
                <a:path w="27557" h="9865" extrusionOk="0">
                  <a:moveTo>
                    <a:pt x="440" y="1"/>
                  </a:moveTo>
                  <a:cubicBezTo>
                    <a:pt x="198" y="1"/>
                    <a:pt x="1" y="198"/>
                    <a:pt x="1" y="440"/>
                  </a:cubicBezTo>
                  <a:lnTo>
                    <a:pt x="1" y="9426"/>
                  </a:lnTo>
                  <a:cubicBezTo>
                    <a:pt x="1" y="9668"/>
                    <a:pt x="198" y="9865"/>
                    <a:pt x="440" y="9865"/>
                  </a:cubicBezTo>
                  <a:lnTo>
                    <a:pt x="27556" y="9865"/>
                  </a:lnTo>
                  <a:lnTo>
                    <a:pt x="275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38" name="Google Shape;338;p24"/>
            <p:cNvSpPr/>
            <p:nvPr/>
          </p:nvSpPr>
          <p:spPr>
            <a:xfrm>
              <a:off x="4460225" y="3114100"/>
              <a:ext cx="688950" cy="246625"/>
            </a:xfrm>
            <a:custGeom>
              <a:avLst/>
              <a:gdLst/>
              <a:ahLst/>
              <a:cxnLst/>
              <a:rect l="l" t="t" r="r" b="b"/>
              <a:pathLst>
                <a:path w="27558" h="9865" extrusionOk="0">
                  <a:moveTo>
                    <a:pt x="441" y="1"/>
                  </a:moveTo>
                  <a:cubicBezTo>
                    <a:pt x="198" y="1"/>
                    <a:pt x="1" y="198"/>
                    <a:pt x="1" y="440"/>
                  </a:cubicBezTo>
                  <a:lnTo>
                    <a:pt x="1" y="9426"/>
                  </a:lnTo>
                  <a:cubicBezTo>
                    <a:pt x="1" y="9668"/>
                    <a:pt x="199" y="9865"/>
                    <a:pt x="441" y="9865"/>
                  </a:cubicBezTo>
                  <a:lnTo>
                    <a:pt x="27558" y="9865"/>
                  </a:lnTo>
                  <a:lnTo>
                    <a:pt x="275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39" name="Google Shape;339;p24"/>
            <p:cNvSpPr/>
            <p:nvPr/>
          </p:nvSpPr>
          <p:spPr>
            <a:xfrm>
              <a:off x="4609150" y="3112300"/>
              <a:ext cx="317150" cy="3600"/>
            </a:xfrm>
            <a:custGeom>
              <a:avLst/>
              <a:gdLst/>
              <a:ahLst/>
              <a:cxnLst/>
              <a:rect l="l" t="t" r="r" b="b"/>
              <a:pathLst>
                <a:path w="12686" h="144" extrusionOk="0">
                  <a:moveTo>
                    <a:pt x="72" y="0"/>
                  </a:moveTo>
                  <a:cubicBezTo>
                    <a:pt x="33" y="0"/>
                    <a:pt x="1" y="32"/>
                    <a:pt x="1" y="73"/>
                  </a:cubicBezTo>
                  <a:cubicBezTo>
                    <a:pt x="1" y="112"/>
                    <a:pt x="33" y="144"/>
                    <a:pt x="72" y="144"/>
                  </a:cubicBezTo>
                  <a:lnTo>
                    <a:pt x="12613" y="144"/>
                  </a:lnTo>
                  <a:cubicBezTo>
                    <a:pt x="12653" y="144"/>
                    <a:pt x="12685" y="112"/>
                    <a:pt x="12685" y="73"/>
                  </a:cubicBezTo>
                  <a:cubicBezTo>
                    <a:pt x="12685" y="32"/>
                    <a:pt x="12653" y="0"/>
                    <a:pt x="12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40" name="Google Shape;340;p24"/>
            <p:cNvSpPr/>
            <p:nvPr/>
          </p:nvSpPr>
          <p:spPr>
            <a:xfrm>
              <a:off x="4521475" y="3152675"/>
              <a:ext cx="627700" cy="167100"/>
            </a:xfrm>
            <a:custGeom>
              <a:avLst/>
              <a:gdLst/>
              <a:ahLst/>
              <a:cxnLst/>
              <a:rect l="l" t="t" r="r" b="b"/>
              <a:pathLst>
                <a:path w="25108" h="6684" extrusionOk="0">
                  <a:moveTo>
                    <a:pt x="3154" y="0"/>
                  </a:moveTo>
                  <a:cubicBezTo>
                    <a:pt x="1413" y="0"/>
                    <a:pt x="0" y="1413"/>
                    <a:pt x="0" y="3154"/>
                  </a:cubicBezTo>
                  <a:lnTo>
                    <a:pt x="0" y="3528"/>
                  </a:lnTo>
                  <a:cubicBezTo>
                    <a:pt x="0" y="5271"/>
                    <a:pt x="1413" y="6683"/>
                    <a:pt x="3154" y="6683"/>
                  </a:cubicBezTo>
                  <a:lnTo>
                    <a:pt x="25108" y="6683"/>
                  </a:lnTo>
                  <a:lnTo>
                    <a:pt x="2510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41" name="Google Shape;341;p24"/>
            <p:cNvSpPr/>
            <p:nvPr/>
          </p:nvSpPr>
          <p:spPr>
            <a:xfrm>
              <a:off x="4582200" y="3177675"/>
              <a:ext cx="566175" cy="3600"/>
            </a:xfrm>
            <a:custGeom>
              <a:avLst/>
              <a:gdLst/>
              <a:ahLst/>
              <a:cxnLst/>
              <a:rect l="l" t="t" r="r" b="b"/>
              <a:pathLst>
                <a:path w="22647" h="144" extrusionOk="0">
                  <a:moveTo>
                    <a:pt x="72" y="0"/>
                  </a:moveTo>
                  <a:cubicBezTo>
                    <a:pt x="33" y="0"/>
                    <a:pt x="1" y="32"/>
                    <a:pt x="1" y="71"/>
                  </a:cubicBezTo>
                  <a:cubicBezTo>
                    <a:pt x="1" y="112"/>
                    <a:pt x="33" y="143"/>
                    <a:pt x="72" y="143"/>
                  </a:cubicBezTo>
                  <a:lnTo>
                    <a:pt x="22574" y="143"/>
                  </a:lnTo>
                  <a:cubicBezTo>
                    <a:pt x="22615" y="143"/>
                    <a:pt x="22647" y="112"/>
                    <a:pt x="22647" y="71"/>
                  </a:cubicBezTo>
                  <a:cubicBezTo>
                    <a:pt x="22647" y="32"/>
                    <a:pt x="22615" y="0"/>
                    <a:pt x="22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4582200" y="3215475"/>
              <a:ext cx="566175" cy="3650"/>
            </a:xfrm>
            <a:custGeom>
              <a:avLst/>
              <a:gdLst/>
              <a:ahLst/>
              <a:cxnLst/>
              <a:rect l="l" t="t" r="r" b="b"/>
              <a:pathLst>
                <a:path w="22647" h="146" extrusionOk="0">
                  <a:moveTo>
                    <a:pt x="72" y="0"/>
                  </a:moveTo>
                  <a:cubicBezTo>
                    <a:pt x="33" y="0"/>
                    <a:pt x="1" y="34"/>
                    <a:pt x="1" y="73"/>
                  </a:cubicBezTo>
                  <a:cubicBezTo>
                    <a:pt x="1" y="112"/>
                    <a:pt x="33" y="145"/>
                    <a:pt x="72" y="145"/>
                  </a:cubicBezTo>
                  <a:lnTo>
                    <a:pt x="22574" y="145"/>
                  </a:lnTo>
                  <a:cubicBezTo>
                    <a:pt x="22615" y="145"/>
                    <a:pt x="22647" y="112"/>
                    <a:pt x="22647" y="73"/>
                  </a:cubicBezTo>
                  <a:cubicBezTo>
                    <a:pt x="22647" y="34"/>
                    <a:pt x="22615" y="0"/>
                    <a:pt x="22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43" name="Google Shape;343;p24"/>
            <p:cNvSpPr/>
            <p:nvPr/>
          </p:nvSpPr>
          <p:spPr>
            <a:xfrm>
              <a:off x="4582200" y="3253325"/>
              <a:ext cx="566175" cy="3600"/>
            </a:xfrm>
            <a:custGeom>
              <a:avLst/>
              <a:gdLst/>
              <a:ahLst/>
              <a:cxnLst/>
              <a:rect l="l" t="t" r="r" b="b"/>
              <a:pathLst>
                <a:path w="22647" h="144" extrusionOk="0">
                  <a:moveTo>
                    <a:pt x="72" y="0"/>
                  </a:moveTo>
                  <a:cubicBezTo>
                    <a:pt x="33" y="0"/>
                    <a:pt x="1" y="32"/>
                    <a:pt x="1" y="71"/>
                  </a:cubicBezTo>
                  <a:cubicBezTo>
                    <a:pt x="1" y="112"/>
                    <a:pt x="33" y="144"/>
                    <a:pt x="72" y="144"/>
                  </a:cubicBezTo>
                  <a:lnTo>
                    <a:pt x="22574" y="144"/>
                  </a:lnTo>
                  <a:cubicBezTo>
                    <a:pt x="22615" y="144"/>
                    <a:pt x="22647" y="112"/>
                    <a:pt x="22647" y="71"/>
                  </a:cubicBezTo>
                  <a:cubicBezTo>
                    <a:pt x="22647" y="32"/>
                    <a:pt x="22615" y="0"/>
                    <a:pt x="22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44" name="Google Shape;344;p24"/>
            <p:cNvSpPr/>
            <p:nvPr/>
          </p:nvSpPr>
          <p:spPr>
            <a:xfrm>
              <a:off x="4582200" y="3291125"/>
              <a:ext cx="566175" cy="3650"/>
            </a:xfrm>
            <a:custGeom>
              <a:avLst/>
              <a:gdLst/>
              <a:ahLst/>
              <a:cxnLst/>
              <a:rect l="l" t="t" r="r" b="b"/>
              <a:pathLst>
                <a:path w="22647" h="146" extrusionOk="0">
                  <a:moveTo>
                    <a:pt x="72" y="1"/>
                  </a:moveTo>
                  <a:cubicBezTo>
                    <a:pt x="33" y="1"/>
                    <a:pt x="1" y="34"/>
                    <a:pt x="1" y="73"/>
                  </a:cubicBezTo>
                  <a:cubicBezTo>
                    <a:pt x="1" y="112"/>
                    <a:pt x="33" y="146"/>
                    <a:pt x="72" y="146"/>
                  </a:cubicBezTo>
                  <a:lnTo>
                    <a:pt x="22574" y="146"/>
                  </a:lnTo>
                  <a:cubicBezTo>
                    <a:pt x="22615" y="146"/>
                    <a:pt x="22647" y="112"/>
                    <a:pt x="22647" y="73"/>
                  </a:cubicBezTo>
                  <a:cubicBezTo>
                    <a:pt x="22647" y="34"/>
                    <a:pt x="22615" y="1"/>
                    <a:pt x="22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45" name="Google Shape;345;p24"/>
            <p:cNvSpPr/>
            <p:nvPr/>
          </p:nvSpPr>
          <p:spPr>
            <a:xfrm>
              <a:off x="4992725" y="3177150"/>
              <a:ext cx="102850" cy="108100"/>
            </a:xfrm>
            <a:custGeom>
              <a:avLst/>
              <a:gdLst/>
              <a:ahLst/>
              <a:cxnLst/>
              <a:rect l="l" t="t" r="r" b="b"/>
              <a:pathLst>
                <a:path w="4114" h="4324" extrusionOk="0">
                  <a:moveTo>
                    <a:pt x="1" y="1"/>
                  </a:moveTo>
                  <a:lnTo>
                    <a:pt x="1" y="4324"/>
                  </a:lnTo>
                  <a:lnTo>
                    <a:pt x="2056" y="3376"/>
                  </a:lnTo>
                  <a:lnTo>
                    <a:pt x="4113" y="4324"/>
                  </a:lnTo>
                  <a:lnTo>
                    <a:pt x="41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46" name="Google Shape;346;p24"/>
            <p:cNvSpPr/>
            <p:nvPr/>
          </p:nvSpPr>
          <p:spPr>
            <a:xfrm>
              <a:off x="4196150" y="2062350"/>
              <a:ext cx="53125" cy="50900"/>
            </a:xfrm>
            <a:custGeom>
              <a:avLst/>
              <a:gdLst/>
              <a:ahLst/>
              <a:cxnLst/>
              <a:rect l="l" t="t" r="r" b="b"/>
              <a:pathLst>
                <a:path w="2125" h="2036" extrusionOk="0">
                  <a:moveTo>
                    <a:pt x="1063" y="206"/>
                  </a:moveTo>
                  <a:cubicBezTo>
                    <a:pt x="1091" y="206"/>
                    <a:pt x="1118" y="207"/>
                    <a:pt x="1146" y="210"/>
                  </a:cubicBezTo>
                  <a:cubicBezTo>
                    <a:pt x="1525" y="247"/>
                    <a:pt x="1832" y="554"/>
                    <a:pt x="1872" y="934"/>
                  </a:cubicBezTo>
                  <a:cubicBezTo>
                    <a:pt x="1920" y="1420"/>
                    <a:pt x="1537" y="1830"/>
                    <a:pt x="1062" y="1830"/>
                  </a:cubicBezTo>
                  <a:cubicBezTo>
                    <a:pt x="1034" y="1830"/>
                    <a:pt x="1007" y="1829"/>
                    <a:pt x="979" y="1826"/>
                  </a:cubicBezTo>
                  <a:cubicBezTo>
                    <a:pt x="600" y="1789"/>
                    <a:pt x="293" y="1482"/>
                    <a:pt x="255" y="1101"/>
                  </a:cubicBezTo>
                  <a:cubicBezTo>
                    <a:pt x="206" y="615"/>
                    <a:pt x="588" y="206"/>
                    <a:pt x="1063" y="206"/>
                  </a:cubicBezTo>
                  <a:close/>
                  <a:moveTo>
                    <a:pt x="1061" y="1"/>
                  </a:moveTo>
                  <a:cubicBezTo>
                    <a:pt x="1034" y="1"/>
                    <a:pt x="1007" y="2"/>
                    <a:pt x="979" y="4"/>
                  </a:cubicBezTo>
                  <a:cubicBezTo>
                    <a:pt x="487" y="43"/>
                    <a:pt x="88" y="441"/>
                    <a:pt x="49" y="935"/>
                  </a:cubicBezTo>
                  <a:cubicBezTo>
                    <a:pt x="1" y="1534"/>
                    <a:pt x="475" y="2035"/>
                    <a:pt x="1064" y="2035"/>
                  </a:cubicBezTo>
                  <a:cubicBezTo>
                    <a:pt x="1091" y="2035"/>
                    <a:pt x="1118" y="2034"/>
                    <a:pt x="1146" y="2032"/>
                  </a:cubicBezTo>
                  <a:cubicBezTo>
                    <a:pt x="1638" y="1993"/>
                    <a:pt x="2037" y="1593"/>
                    <a:pt x="2077" y="1101"/>
                  </a:cubicBezTo>
                  <a:cubicBezTo>
                    <a:pt x="2124" y="502"/>
                    <a:pt x="1651" y="1"/>
                    <a:pt x="106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  <p:sp>
          <p:nvSpPr>
            <p:cNvPr id="347" name="Google Shape;347;p24"/>
            <p:cNvSpPr/>
            <p:nvPr/>
          </p:nvSpPr>
          <p:spPr>
            <a:xfrm>
              <a:off x="5115600" y="2721500"/>
              <a:ext cx="53125" cy="50900"/>
            </a:xfrm>
            <a:custGeom>
              <a:avLst/>
              <a:gdLst/>
              <a:ahLst/>
              <a:cxnLst/>
              <a:rect l="l" t="t" r="r" b="b"/>
              <a:pathLst>
                <a:path w="2125" h="2036" extrusionOk="0">
                  <a:moveTo>
                    <a:pt x="1061" y="205"/>
                  </a:moveTo>
                  <a:cubicBezTo>
                    <a:pt x="1089" y="205"/>
                    <a:pt x="1117" y="207"/>
                    <a:pt x="1146" y="210"/>
                  </a:cubicBezTo>
                  <a:cubicBezTo>
                    <a:pt x="1525" y="247"/>
                    <a:pt x="1832" y="554"/>
                    <a:pt x="1871" y="934"/>
                  </a:cubicBezTo>
                  <a:cubicBezTo>
                    <a:pt x="1919" y="1419"/>
                    <a:pt x="1537" y="1830"/>
                    <a:pt x="1061" y="1830"/>
                  </a:cubicBezTo>
                  <a:cubicBezTo>
                    <a:pt x="1034" y="1830"/>
                    <a:pt x="1007" y="1829"/>
                    <a:pt x="979" y="1826"/>
                  </a:cubicBezTo>
                  <a:cubicBezTo>
                    <a:pt x="599" y="1787"/>
                    <a:pt x="292" y="1480"/>
                    <a:pt x="255" y="1100"/>
                  </a:cubicBezTo>
                  <a:cubicBezTo>
                    <a:pt x="205" y="616"/>
                    <a:pt x="587" y="205"/>
                    <a:pt x="1061" y="205"/>
                  </a:cubicBezTo>
                  <a:close/>
                  <a:moveTo>
                    <a:pt x="1063" y="0"/>
                  </a:moveTo>
                  <a:cubicBezTo>
                    <a:pt x="1035" y="0"/>
                    <a:pt x="1007" y="2"/>
                    <a:pt x="979" y="4"/>
                  </a:cubicBezTo>
                  <a:cubicBezTo>
                    <a:pt x="486" y="43"/>
                    <a:pt x="88" y="441"/>
                    <a:pt x="49" y="934"/>
                  </a:cubicBezTo>
                  <a:cubicBezTo>
                    <a:pt x="0" y="1532"/>
                    <a:pt x="475" y="2035"/>
                    <a:pt x="1064" y="2035"/>
                  </a:cubicBezTo>
                  <a:cubicBezTo>
                    <a:pt x="1091" y="2035"/>
                    <a:pt x="1118" y="2034"/>
                    <a:pt x="1146" y="2032"/>
                  </a:cubicBezTo>
                  <a:cubicBezTo>
                    <a:pt x="1638" y="1993"/>
                    <a:pt x="2036" y="1593"/>
                    <a:pt x="2077" y="1100"/>
                  </a:cubicBezTo>
                  <a:cubicBezTo>
                    <a:pt x="2124" y="503"/>
                    <a:pt x="1652" y="0"/>
                    <a:pt x="10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SzPts val="1400"/>
              </a:pPr>
              <a:endParaRPr/>
            </a:p>
          </p:txBody>
        </p:sp>
      </p:grpSp>
      <p:sp>
        <p:nvSpPr>
          <p:cNvPr id="350" name="Google Shape;350;p24"/>
          <p:cNvSpPr/>
          <p:nvPr/>
        </p:nvSpPr>
        <p:spPr>
          <a:xfrm rot="10800000">
            <a:off x="356225" y="4124090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51" name="Google Shape;351;p24"/>
          <p:cNvSpPr/>
          <p:nvPr/>
        </p:nvSpPr>
        <p:spPr>
          <a:xfrm>
            <a:off x="7499777" y="338991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FA6517-BC5E-826E-B55D-0415334318E4}"/>
              </a:ext>
            </a:extLst>
          </p:cNvPr>
          <p:cNvSpPr txBox="1"/>
          <p:nvPr/>
        </p:nvSpPr>
        <p:spPr>
          <a:xfrm>
            <a:off x="826581" y="2930998"/>
            <a:ext cx="385980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Baskerville Old Face"/>
              </a:rPr>
              <a:t>Manoj Hanumanthu </a:t>
            </a:r>
            <a:endParaRPr lang="en-US" b="1">
              <a:solidFill>
                <a:schemeClr val="tx1"/>
              </a:solidFill>
              <a:latin typeface="Baskerville Old Face"/>
            </a:endParaRPr>
          </a:p>
          <a:p>
            <a:r>
              <a:rPr lang="en-GB" b="1" dirty="0">
                <a:solidFill>
                  <a:schemeClr val="tx1"/>
                </a:solidFill>
                <a:latin typeface="Baskerville Old Face"/>
              </a:rPr>
              <a:t>1566325</a:t>
            </a:r>
          </a:p>
          <a:p>
            <a:r>
              <a:rPr lang="en-GB" b="1" dirty="0">
                <a:solidFill>
                  <a:schemeClr val="tx1"/>
                </a:solidFill>
                <a:latin typeface="Baskerville Old Face"/>
              </a:rPr>
              <a:t>Guided By: Prof. Indraneel Pole / Andreas Pech</a:t>
            </a:r>
          </a:p>
          <a:p>
            <a:endParaRPr lang="en-GB" sz="1200" b="1" dirty="0">
              <a:solidFill>
                <a:schemeClr val="tx1"/>
              </a:solidFill>
              <a:latin typeface="Baskerville Old Face"/>
            </a:endParaRPr>
          </a:p>
        </p:txBody>
      </p:sp>
      <p:pic>
        <p:nvPicPr>
          <p:cNvPr id="3" name="Picture 2" descr="A logo with text on it&#10;&#10;AI-generated content may be incorrect.">
            <a:extLst>
              <a:ext uri="{FF2B5EF4-FFF2-40B4-BE49-F238E27FC236}">
                <a16:creationId xmlns:a16="http://schemas.microsoft.com/office/drawing/2014/main" id="{1486FA6C-6E8D-2F11-0C93-774F8BBF1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54" y="378162"/>
            <a:ext cx="1691397" cy="6420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group of colored circles&#10;&#10;AI-generated content may be incorrect.">
            <a:extLst>
              <a:ext uri="{FF2B5EF4-FFF2-40B4-BE49-F238E27FC236}">
                <a16:creationId xmlns:a16="http://schemas.microsoft.com/office/drawing/2014/main" id="{2A6C001C-2350-8783-C100-05F76748F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403" y="1015325"/>
            <a:ext cx="4063470" cy="3465478"/>
          </a:xfrm>
          <a:prstGeom prst="rect">
            <a:avLst/>
          </a:prstGeom>
        </p:spPr>
      </p:pic>
      <p:sp>
        <p:nvSpPr>
          <p:cNvPr id="11" name="Google Shape;369;p26">
            <a:extLst>
              <a:ext uri="{FF2B5EF4-FFF2-40B4-BE49-F238E27FC236}">
                <a16:creationId xmlns:a16="http://schemas.microsoft.com/office/drawing/2014/main" id="{27FABC2B-BD3A-9F30-BDCC-2FAA8E73F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551" y="411883"/>
            <a:ext cx="7586871" cy="72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400" b="1" dirty="0"/>
              <a:t>Agenda</a:t>
            </a:r>
            <a:endParaRPr lang="en-GB" sz="2400" b="1" dirty="0"/>
          </a:p>
        </p:txBody>
      </p:sp>
      <p:sp>
        <p:nvSpPr>
          <p:cNvPr id="15" name="Google Shape;373;p26">
            <a:extLst>
              <a:ext uri="{FF2B5EF4-FFF2-40B4-BE49-F238E27FC236}">
                <a16:creationId xmlns:a16="http://schemas.microsoft.com/office/drawing/2014/main" id="{26336B1C-D819-97CF-FC9D-8CDB16B5E201}"/>
              </a:ext>
            </a:extLst>
          </p:cNvPr>
          <p:cNvSpPr txBox="1"/>
          <p:nvPr/>
        </p:nvSpPr>
        <p:spPr>
          <a:xfrm>
            <a:off x="1069320" y="1565852"/>
            <a:ext cx="3024306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endParaRPr lang="en-US" sz="1200" dirty="0">
              <a:latin typeface="Times New Roman"/>
            </a:endParaRPr>
          </a:p>
          <a:p>
            <a:pPr marL="171450" indent="-171450" algn="just">
              <a:buChar char="•"/>
            </a:pPr>
            <a:r>
              <a:rPr lang="en-US" sz="1200" dirty="0">
                <a:latin typeface="Times New Roman"/>
              </a:rPr>
              <a:t>Introduction</a:t>
            </a:r>
          </a:p>
          <a:p>
            <a:pPr marL="171450" indent="-171450" algn="just">
              <a:buChar char="•"/>
            </a:pPr>
            <a:r>
              <a:rPr lang="en-US" sz="1200" dirty="0">
                <a:latin typeface="Times New Roman"/>
              </a:rPr>
              <a:t>Exploration-Exploitation Dilemma</a:t>
            </a:r>
          </a:p>
          <a:p>
            <a:pPr marL="171450" indent="-171450" algn="just">
              <a:buChar char="•"/>
            </a:pPr>
            <a:r>
              <a:rPr lang="en-US" sz="1200" dirty="0">
                <a:latin typeface="Times New Roman"/>
              </a:rPr>
              <a:t>Contextual Bandit Framework</a:t>
            </a:r>
          </a:p>
          <a:p>
            <a:pPr marL="171450" indent="-171450" algn="just">
              <a:buChar char="•"/>
            </a:pPr>
            <a:r>
              <a:rPr lang="en-US" sz="1200" dirty="0">
                <a:latin typeface="Times New Roman"/>
              </a:rPr>
              <a:t>Key Algorithms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1200" dirty="0">
                <a:latin typeface="Times New Roman"/>
              </a:rPr>
              <a:t>ε-Greedy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1200" dirty="0">
                <a:latin typeface="Times New Roman"/>
              </a:rPr>
              <a:t>Linear UCB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1200" dirty="0">
                <a:latin typeface="Times New Roman"/>
              </a:rPr>
              <a:t>Thompson Sampling</a:t>
            </a:r>
          </a:p>
          <a:p>
            <a:pPr marL="171450" indent="-171450" algn="just">
              <a:buChar char="•"/>
            </a:pPr>
            <a:r>
              <a:rPr lang="en-US" sz="1200" dirty="0">
                <a:latin typeface="Times New Roman"/>
              </a:rPr>
              <a:t>Experimental Analysis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1200" dirty="0">
                <a:latin typeface="Times New Roman"/>
              </a:rPr>
              <a:t>Dataset design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1200" dirty="0">
                <a:latin typeface="Times New Roman"/>
              </a:rPr>
              <a:t>Parameter tuning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1200" dirty="0">
                <a:latin typeface="Times New Roman"/>
              </a:rPr>
              <a:t>Results</a:t>
            </a:r>
          </a:p>
          <a:p>
            <a:pPr marL="171450" indent="-171450" algn="just">
              <a:buChar char="•"/>
            </a:pPr>
            <a:r>
              <a:rPr lang="en-US" sz="1200" dirty="0">
                <a:latin typeface="Times New Roman"/>
              </a:rPr>
              <a:t>Applications</a:t>
            </a:r>
          </a:p>
          <a:p>
            <a:pPr marL="171450" indent="-171450" algn="just">
              <a:buChar char="•"/>
            </a:pPr>
            <a:r>
              <a:rPr lang="en-US" sz="1200" dirty="0">
                <a:latin typeface="Times New Roman"/>
              </a:rPr>
              <a:t>Conclusion &amp; Future 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F81B51-00EB-CFF0-61F9-2B9E3EC85897}"/>
              </a:ext>
            </a:extLst>
          </p:cNvPr>
          <p:cNvSpPr txBox="1"/>
          <p:nvPr/>
        </p:nvSpPr>
        <p:spPr>
          <a:xfrm>
            <a:off x="7502245" y="4482335"/>
            <a:ext cx="119163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Source: NakinAi</a:t>
            </a:r>
          </a:p>
        </p:txBody>
      </p:sp>
    </p:spTree>
    <p:extLst>
      <p:ext uri="{BB962C8B-B14F-4D97-AF65-F5344CB8AC3E}">
        <p14:creationId xmlns:p14="http://schemas.microsoft.com/office/powerpoint/2010/main" val="148982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/>
          <p:cNvSpPr/>
          <p:nvPr/>
        </p:nvSpPr>
        <p:spPr>
          <a:xfrm>
            <a:off x="7558693" y="523639"/>
            <a:ext cx="1059292" cy="104674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9" name="Google Shape;369;p26"/>
          <p:cNvSpPr txBox="1">
            <a:spLocks noGrp="1"/>
          </p:cNvSpPr>
          <p:nvPr>
            <p:ph type="title"/>
          </p:nvPr>
        </p:nvSpPr>
        <p:spPr>
          <a:xfrm>
            <a:off x="510551" y="411883"/>
            <a:ext cx="7586871" cy="72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2400" b="1" dirty="0">
                <a:solidFill>
                  <a:schemeClr val="tx1"/>
                </a:solidFill>
              </a:rPr>
              <a:t>Introduction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71" name="Google Shape;371;p26"/>
          <p:cNvSpPr/>
          <p:nvPr/>
        </p:nvSpPr>
        <p:spPr>
          <a:xfrm rot="10800000">
            <a:off x="356225" y="4124090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2" name="Google Shape;372;p26"/>
          <p:cNvSpPr/>
          <p:nvPr/>
        </p:nvSpPr>
        <p:spPr>
          <a:xfrm>
            <a:off x="7499777" y="338991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3" name="Google Shape;373;p26"/>
          <p:cNvSpPr txBox="1"/>
          <p:nvPr/>
        </p:nvSpPr>
        <p:spPr>
          <a:xfrm>
            <a:off x="1203842" y="1448129"/>
            <a:ext cx="4228103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 algn="just">
              <a:buFont typeface="Arial"/>
              <a:buChar char="•"/>
            </a:pPr>
            <a:r>
              <a:rPr lang="en-US" sz="1200" dirty="0">
                <a:latin typeface="Times New Roman"/>
              </a:rPr>
              <a:t>Hybrid approach: 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1200" dirty="0">
                <a:latin typeface="Times New Roman"/>
              </a:rPr>
              <a:t>Combines Supervised Learning + Reinforcement Learning.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1200" dirty="0">
                <a:latin typeface="Times New Roman"/>
              </a:rPr>
              <a:t>Uses contextual cues (e.g., user profile, environment) to guide actions.</a:t>
            </a:r>
          </a:p>
          <a:p>
            <a:pPr marL="171450" indent="-171450" algn="just">
              <a:buFont typeface="Arial"/>
              <a:buChar char="•"/>
            </a:pPr>
            <a:r>
              <a:rPr lang="en-US" sz="1200" dirty="0">
                <a:latin typeface="Times New Roman"/>
              </a:rPr>
              <a:t>Solves the classic trade-off between: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Exploitation – Use known best options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Exploration – Try new options to learn more</a:t>
            </a:r>
          </a:p>
          <a:p>
            <a:pPr marL="171450" indent="-171450" algn="just">
              <a:buFont typeface="Arial"/>
              <a:buChar char="•"/>
            </a:pPr>
            <a:r>
              <a:rPr lang="en-US" sz="1200" dirty="0">
                <a:latin typeface="Times New Roman"/>
              </a:rPr>
              <a:t>Enables continuous learning for better long-term outcomes.</a:t>
            </a:r>
          </a:p>
          <a:p>
            <a:pPr algn="just">
              <a:buFont typeface="Arial"/>
              <a:buChar char="•"/>
            </a:pPr>
            <a:r>
              <a:rPr lang="en-US" sz="1200" dirty="0">
                <a:latin typeface="Times New Roman"/>
              </a:rPr>
              <a:t>  Ideal for real-time, personalized decision-making in uncertain environments.</a:t>
            </a:r>
          </a:p>
          <a:p>
            <a:pPr algn="just">
              <a:buFont typeface="Arial"/>
              <a:buChar char="•"/>
            </a:pPr>
            <a:r>
              <a:rPr lang="en-US" sz="1200" dirty="0">
                <a:latin typeface="Times New Roman"/>
              </a:rPr>
              <a:t>  Widely used in recommendation engines, ad placement, and dynamic pricing.</a:t>
            </a:r>
          </a:p>
          <a:p>
            <a:pPr marL="171450" indent="-171450" algn="just">
              <a:buChar char="•"/>
            </a:pPr>
            <a:endParaRPr lang="en-US" sz="1200" dirty="0">
              <a:latin typeface="Times New Roman"/>
            </a:endParaRPr>
          </a:p>
          <a:p>
            <a:pPr algn="just">
              <a:buChar char="•"/>
            </a:pPr>
            <a:endParaRPr lang="en-US" sz="1200" b="1" dirty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803927A-9446-AC42-877C-022F38F10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9773" y="1121834"/>
            <a:ext cx="3082686" cy="33443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191F48-99C3-1DA5-15F5-A0423AC48A34}"/>
              </a:ext>
            </a:extLst>
          </p:cNvPr>
          <p:cNvSpPr txBox="1"/>
          <p:nvPr/>
        </p:nvSpPr>
        <p:spPr>
          <a:xfrm>
            <a:off x="7502245" y="4467426"/>
            <a:ext cx="119163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Source: NakinAi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265E77ED-6FB5-D750-4760-8E2BF533F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>
            <a:extLst>
              <a:ext uri="{FF2B5EF4-FFF2-40B4-BE49-F238E27FC236}">
                <a16:creationId xmlns:a16="http://schemas.microsoft.com/office/drawing/2014/main" id="{CA0DCA1C-25F3-917B-EEC5-106D3A13B05C}"/>
              </a:ext>
            </a:extLst>
          </p:cNvPr>
          <p:cNvSpPr/>
          <p:nvPr/>
        </p:nvSpPr>
        <p:spPr>
          <a:xfrm>
            <a:off x="7558693" y="523639"/>
            <a:ext cx="1059292" cy="104674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9" name="Google Shape;369;p26">
            <a:extLst>
              <a:ext uri="{FF2B5EF4-FFF2-40B4-BE49-F238E27FC236}">
                <a16:creationId xmlns:a16="http://schemas.microsoft.com/office/drawing/2014/main" id="{B004A786-F387-FB1F-CE6D-2AB23FC9B9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551" y="411883"/>
            <a:ext cx="7586871" cy="72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2400" b="1" dirty="0">
                <a:solidFill>
                  <a:schemeClr val="tx1"/>
                </a:solidFill>
              </a:rPr>
              <a:t>Exploration-Exploitation Dilemma</a:t>
            </a:r>
          </a:p>
        </p:txBody>
      </p:sp>
      <p:sp>
        <p:nvSpPr>
          <p:cNvPr id="371" name="Google Shape;371;p26">
            <a:extLst>
              <a:ext uri="{FF2B5EF4-FFF2-40B4-BE49-F238E27FC236}">
                <a16:creationId xmlns:a16="http://schemas.microsoft.com/office/drawing/2014/main" id="{F58A9E47-4B22-1C51-1EFC-07AD36551E41}"/>
              </a:ext>
            </a:extLst>
          </p:cNvPr>
          <p:cNvSpPr/>
          <p:nvPr/>
        </p:nvSpPr>
        <p:spPr>
          <a:xfrm rot="10800000">
            <a:off x="356225" y="4124090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2" name="Google Shape;372;p26">
            <a:extLst>
              <a:ext uri="{FF2B5EF4-FFF2-40B4-BE49-F238E27FC236}">
                <a16:creationId xmlns:a16="http://schemas.microsoft.com/office/drawing/2014/main" id="{E9D72B7B-3C84-9786-A134-41F21A645B27}"/>
              </a:ext>
            </a:extLst>
          </p:cNvPr>
          <p:cNvSpPr/>
          <p:nvPr/>
        </p:nvSpPr>
        <p:spPr>
          <a:xfrm>
            <a:off x="7499777" y="338991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3" name="Google Shape;373;p26">
            <a:extLst>
              <a:ext uri="{FF2B5EF4-FFF2-40B4-BE49-F238E27FC236}">
                <a16:creationId xmlns:a16="http://schemas.microsoft.com/office/drawing/2014/main" id="{7532EDE2-E4A0-3164-FDAF-608E70BDE4B4}"/>
              </a:ext>
            </a:extLst>
          </p:cNvPr>
          <p:cNvSpPr txBox="1"/>
          <p:nvPr/>
        </p:nvSpPr>
        <p:spPr>
          <a:xfrm>
            <a:off x="1102242" y="1448129"/>
            <a:ext cx="4329703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indent="-171450" algn="just"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/>
              </a:rPr>
              <a:t>Core Conflict:</a:t>
            </a:r>
            <a:endParaRPr lang="en-US" dirty="0">
              <a:solidFill>
                <a:schemeClr val="tx1"/>
              </a:solidFill>
            </a:endParaRPr>
          </a:p>
          <a:p>
            <a:pPr marL="628650" lvl="1" indent="-171450" algn="just">
              <a:buFont typeface="Courier New"/>
              <a:buChar char="o"/>
            </a:pPr>
            <a:r>
              <a:rPr lang="en-US" sz="1200" b="1" dirty="0">
                <a:solidFill>
                  <a:schemeClr val="tx1"/>
                </a:solidFill>
                <a:latin typeface="Times New Roman"/>
              </a:rPr>
              <a:t>Exploitation</a:t>
            </a:r>
            <a:r>
              <a:rPr lang="en-US" sz="1200" dirty="0">
                <a:solidFill>
                  <a:schemeClr val="tx1"/>
                </a:solidFill>
                <a:latin typeface="Times New Roman"/>
              </a:rPr>
              <a:t>: Maximize immediate reward (risk: local optima).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1200" b="1" dirty="0">
                <a:solidFill>
                  <a:schemeClr val="tx1"/>
                </a:solidFill>
                <a:latin typeface="Times New Roman"/>
              </a:rPr>
              <a:t>Exploration</a:t>
            </a:r>
            <a:r>
              <a:rPr lang="en-US" sz="1200" dirty="0">
                <a:solidFill>
                  <a:schemeClr val="tx1"/>
                </a:solidFill>
                <a:latin typeface="Times New Roman"/>
              </a:rPr>
              <a:t>: Gather new information (risk: wasted resources).</a:t>
            </a:r>
          </a:p>
          <a:p>
            <a:pPr algn="just">
              <a:buFont typeface="Arial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/>
              </a:rPr>
              <a:t>  Impact of Imbalance:</a:t>
            </a:r>
          </a:p>
          <a:p>
            <a:pPr marL="457200" lvl="1" algn="just">
              <a:buFont typeface="Courier New"/>
              <a:buChar char="o"/>
            </a:pPr>
            <a:r>
              <a:rPr lang="en-US" sz="1200" dirty="0">
                <a:solidFill>
                  <a:schemeClr val="tx1"/>
                </a:solidFill>
                <a:latin typeface="Times New Roman"/>
              </a:rPr>
              <a:t>  Over-exploration: Missed opportunities</a:t>
            </a:r>
            <a:endParaRPr lang="en-US" sz="1200" b="1" dirty="0">
              <a:solidFill>
                <a:schemeClr val="tx1"/>
              </a:solidFill>
              <a:latin typeface="Times New Roman"/>
            </a:endParaRPr>
          </a:p>
          <a:p>
            <a:pPr marL="457200" lvl="1" algn="just">
              <a:buFont typeface="Courier New"/>
              <a:buChar char="o"/>
            </a:pPr>
            <a:r>
              <a:rPr lang="en-US" sz="1200" dirty="0">
                <a:solidFill>
                  <a:schemeClr val="tx1"/>
                </a:solidFill>
                <a:latin typeface="Times New Roman"/>
              </a:rPr>
              <a:t>  Over-exploitation: Stagnant learning</a:t>
            </a:r>
            <a:endParaRPr lang="en-US" sz="1200" b="1" dirty="0">
              <a:solidFill>
                <a:schemeClr val="tx1"/>
              </a:solidFill>
              <a:latin typeface="Times New Roman"/>
            </a:endParaRPr>
          </a:p>
          <a:p>
            <a:pPr algn="just">
              <a:buFont typeface="Arial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/>
              </a:rPr>
              <a:t>  Algorithm Studied</a:t>
            </a:r>
          </a:p>
          <a:p>
            <a:pPr marL="457200" lvl="1" algn="just">
              <a:buFont typeface="Courier New"/>
              <a:buChar char="o"/>
            </a:pPr>
            <a:r>
              <a:rPr lang="en-US" sz="1200" dirty="0">
                <a:solidFill>
                  <a:schemeClr val="tx1"/>
                </a:solidFill>
                <a:latin typeface="Times New Roman"/>
              </a:rPr>
              <a:t>  ε-Greedy | Linear UCB | Thompson Sampling</a:t>
            </a:r>
            <a:endParaRPr lang="en-US" dirty="0">
              <a:solidFill>
                <a:schemeClr val="tx1"/>
              </a:solidFill>
            </a:endParaRPr>
          </a:p>
          <a:p>
            <a:pPr algn="just">
              <a:buFont typeface="Arial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/>
              </a:rPr>
              <a:t>  Each algorithm offers a unique strategy to manage uncertainty and learn optimally over time.</a:t>
            </a:r>
          </a:p>
          <a:p>
            <a:pPr marL="171450" algn="just">
              <a:buFont typeface="Arial"/>
              <a:buChar char="•"/>
            </a:pPr>
            <a:endParaRPr lang="en-US" sz="1200" b="1" dirty="0">
              <a:solidFill>
                <a:schemeClr val="tx1"/>
              </a:solidFill>
              <a:latin typeface="Times New Roman"/>
            </a:endParaRPr>
          </a:p>
          <a:p>
            <a:pPr marL="171450" indent="-171450" algn="just">
              <a:buFont typeface="Arial"/>
              <a:buChar char="•"/>
            </a:pPr>
            <a:endParaRPr lang="en-US" sz="1200" b="1" dirty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4" name="Picture 3" descr="A person standing on a staircase&#10;&#10;AI-generated content may be incorrect.">
            <a:extLst>
              <a:ext uri="{FF2B5EF4-FFF2-40B4-BE49-F238E27FC236}">
                <a16:creationId xmlns:a16="http://schemas.microsoft.com/office/drawing/2014/main" id="{63C7B08F-ED09-FD3B-9D9A-734509167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090" y="1286933"/>
            <a:ext cx="2821753" cy="32300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E25D8E-3421-C735-DBD2-986127829AE2}"/>
              </a:ext>
            </a:extLst>
          </p:cNvPr>
          <p:cNvSpPr txBox="1"/>
          <p:nvPr/>
        </p:nvSpPr>
        <p:spPr>
          <a:xfrm>
            <a:off x="7427701" y="4467426"/>
            <a:ext cx="119163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100" dirty="0"/>
              <a:t>Source: NakinAi</a:t>
            </a:r>
          </a:p>
        </p:txBody>
      </p:sp>
    </p:spTree>
    <p:extLst>
      <p:ext uri="{BB962C8B-B14F-4D97-AF65-F5344CB8AC3E}">
        <p14:creationId xmlns:p14="http://schemas.microsoft.com/office/powerpoint/2010/main" val="109043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313250FC-B4FD-D45E-554B-BBE30D418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>
            <a:extLst>
              <a:ext uri="{FF2B5EF4-FFF2-40B4-BE49-F238E27FC236}">
                <a16:creationId xmlns:a16="http://schemas.microsoft.com/office/drawing/2014/main" id="{5FAA96C9-8977-0984-26B3-B8476BD7ED9C}"/>
              </a:ext>
            </a:extLst>
          </p:cNvPr>
          <p:cNvSpPr/>
          <p:nvPr/>
        </p:nvSpPr>
        <p:spPr>
          <a:xfrm>
            <a:off x="7558693" y="523639"/>
            <a:ext cx="1059292" cy="104674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9" name="Google Shape;369;p26">
            <a:extLst>
              <a:ext uri="{FF2B5EF4-FFF2-40B4-BE49-F238E27FC236}">
                <a16:creationId xmlns:a16="http://schemas.microsoft.com/office/drawing/2014/main" id="{5EDA309E-4F89-C083-D0F2-593BD7ECE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551" y="411883"/>
            <a:ext cx="7586871" cy="72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US" sz="2400" b="1" dirty="0">
                <a:solidFill>
                  <a:schemeClr val="tx1"/>
                </a:solidFill>
              </a:rPr>
              <a:t>Contextual Bandit Framework</a:t>
            </a:r>
          </a:p>
        </p:txBody>
      </p:sp>
      <p:sp>
        <p:nvSpPr>
          <p:cNvPr id="371" name="Google Shape;371;p26">
            <a:extLst>
              <a:ext uri="{FF2B5EF4-FFF2-40B4-BE49-F238E27FC236}">
                <a16:creationId xmlns:a16="http://schemas.microsoft.com/office/drawing/2014/main" id="{27E9E8C8-DCC8-1D34-BD73-3DEBF5280A13}"/>
              </a:ext>
            </a:extLst>
          </p:cNvPr>
          <p:cNvSpPr/>
          <p:nvPr/>
        </p:nvSpPr>
        <p:spPr>
          <a:xfrm rot="10800000">
            <a:off x="356225" y="4124090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2" name="Google Shape;372;p26">
            <a:extLst>
              <a:ext uri="{FF2B5EF4-FFF2-40B4-BE49-F238E27FC236}">
                <a16:creationId xmlns:a16="http://schemas.microsoft.com/office/drawing/2014/main" id="{40E20388-B140-A189-3DC3-3D45C15E7968}"/>
              </a:ext>
            </a:extLst>
          </p:cNvPr>
          <p:cNvSpPr/>
          <p:nvPr/>
        </p:nvSpPr>
        <p:spPr>
          <a:xfrm>
            <a:off x="7499777" y="338991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3" name="Google Shape;373;p26">
            <a:extLst>
              <a:ext uri="{FF2B5EF4-FFF2-40B4-BE49-F238E27FC236}">
                <a16:creationId xmlns:a16="http://schemas.microsoft.com/office/drawing/2014/main" id="{45CF410C-26F8-1D85-8B7A-29A547607182}"/>
              </a:ext>
            </a:extLst>
          </p:cNvPr>
          <p:cNvSpPr txBox="1"/>
          <p:nvPr/>
        </p:nvSpPr>
        <p:spPr>
          <a:xfrm>
            <a:off x="1035364" y="1442049"/>
            <a:ext cx="484040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 algn="just"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/>
              </a:rPr>
              <a:t>Extends the </a:t>
            </a:r>
            <a:r>
              <a:rPr lang="en-US" sz="1200" b="1" dirty="0">
                <a:solidFill>
                  <a:schemeClr val="tx1"/>
                </a:solidFill>
                <a:latin typeface="Times New Roman"/>
              </a:rPr>
              <a:t>classic multi-armed bandit</a:t>
            </a:r>
            <a:r>
              <a:rPr lang="en-US" sz="1200" dirty="0">
                <a:solidFill>
                  <a:schemeClr val="tx1"/>
                </a:solidFill>
                <a:latin typeface="Times New Roman"/>
              </a:rPr>
              <a:t> problem by adding </a:t>
            </a:r>
            <a:r>
              <a:rPr lang="en-US" sz="1200" b="1" dirty="0">
                <a:solidFill>
                  <a:schemeClr val="tx1"/>
                </a:solidFill>
                <a:latin typeface="Times New Roman"/>
              </a:rPr>
              <a:t>contextual information</a:t>
            </a:r>
            <a:r>
              <a:rPr lang="en-US" sz="1200" dirty="0">
                <a:solidFill>
                  <a:schemeClr val="tx1"/>
                </a:solidFill>
                <a:latin typeface="Times New Roman"/>
              </a:rPr>
              <a:t>.</a:t>
            </a:r>
            <a:endParaRPr lang="en-US" sz="1200">
              <a:solidFill>
                <a:schemeClr val="tx1"/>
              </a:solidFill>
              <a:latin typeface="Times New Roman"/>
            </a:endParaRPr>
          </a:p>
          <a:p>
            <a:pPr marL="285750" indent="-285750" algn="just">
              <a:buChar char="•"/>
            </a:pPr>
            <a:r>
              <a:rPr lang="en-US" sz="1200" dirty="0">
                <a:latin typeface="Times New Roman"/>
              </a:rPr>
              <a:t>In each round:</a:t>
            </a:r>
          </a:p>
          <a:p>
            <a:pPr marL="742950" lvl="1" indent="-285750" algn="just">
              <a:buFont typeface="Courier New"/>
              <a:buChar char="o"/>
            </a:pPr>
            <a:r>
              <a:rPr lang="en-US" sz="1200" b="1" dirty="0">
                <a:latin typeface="Times New Roman"/>
              </a:rPr>
              <a:t>Environment provides context</a:t>
            </a:r>
            <a:r>
              <a:rPr lang="en-US" sz="1200" dirty="0">
                <a:latin typeface="Times New Roman"/>
              </a:rPr>
              <a:t> (e.g., user profile, time, location).</a:t>
            </a:r>
          </a:p>
          <a:p>
            <a:pPr marL="742950" lvl="1" indent="-285750" algn="just">
              <a:buFont typeface="Courier New"/>
              <a:buChar char="o"/>
            </a:pPr>
            <a:r>
              <a:rPr lang="en-US" sz="1200" b="1" dirty="0">
                <a:latin typeface="Times New Roman"/>
              </a:rPr>
              <a:t>Agent selects an action</a:t>
            </a:r>
            <a:r>
              <a:rPr lang="en-US" sz="1200" dirty="0">
                <a:latin typeface="Times New Roman"/>
              </a:rPr>
              <a:t> (arm) based on the current context.</a:t>
            </a:r>
          </a:p>
          <a:p>
            <a:pPr marL="742950" lvl="1" indent="-285750" algn="just">
              <a:buFont typeface="Courier New"/>
              <a:buChar char="o"/>
            </a:pPr>
            <a:r>
              <a:rPr lang="en-US" sz="1200" b="1" dirty="0">
                <a:latin typeface="Times New Roman"/>
              </a:rPr>
              <a:t>Reward is observed</a:t>
            </a:r>
            <a:r>
              <a:rPr lang="en-US" sz="1200" dirty="0">
                <a:latin typeface="Times New Roman"/>
              </a:rPr>
              <a:t> for the chosen context–action pair.</a:t>
            </a:r>
            <a:endParaRPr lang="en-US"/>
          </a:p>
          <a:p>
            <a:pPr algn="just">
              <a:buChar char="•"/>
            </a:pPr>
            <a:r>
              <a:rPr lang="en-US" sz="1200" dirty="0">
                <a:latin typeface="Times New Roman"/>
              </a:rPr>
              <a:t>   Agent uses this outcome to update its policy and improve future decisions.</a:t>
            </a:r>
          </a:p>
          <a:p>
            <a:pPr algn="just">
              <a:buChar char="•"/>
            </a:pPr>
            <a:r>
              <a:rPr lang="en-US" sz="1200" dirty="0">
                <a:latin typeface="Times New Roman"/>
              </a:rPr>
              <a:t>      This loop continues, enabling the agent to learn which actions work best under different contexts.</a:t>
            </a:r>
          </a:p>
          <a:p>
            <a:pPr algn="just">
              <a:buChar char="•"/>
            </a:pPr>
            <a:r>
              <a:rPr lang="en-US" sz="1200" dirty="0">
                <a:latin typeface="Times New Roman"/>
              </a:rPr>
              <a:t>       Result: Adaptive, context-aware decision-making that improves over time.</a:t>
            </a:r>
          </a:p>
          <a:p>
            <a:pPr marL="285750" indent="-285750" algn="just">
              <a:buChar char="•"/>
            </a:pPr>
            <a:endParaRPr lang="en-US" sz="1200" dirty="0">
              <a:latin typeface="Times New Roman"/>
            </a:endParaRPr>
          </a:p>
        </p:txBody>
      </p:sp>
      <p:pic>
        <p:nvPicPr>
          <p:cNvPr id="3" name="Picture 2" descr="Generated image">
            <a:extLst>
              <a:ext uri="{FF2B5EF4-FFF2-40B4-BE49-F238E27FC236}">
                <a16:creationId xmlns:a16="http://schemas.microsoft.com/office/drawing/2014/main" id="{80946A40-9176-F17C-A39F-3F3B70848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2894" y="1811223"/>
            <a:ext cx="2365038" cy="234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058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71D2FE3C-967E-9EF4-BC0E-1F23EB1A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>
            <a:extLst>
              <a:ext uri="{FF2B5EF4-FFF2-40B4-BE49-F238E27FC236}">
                <a16:creationId xmlns:a16="http://schemas.microsoft.com/office/drawing/2014/main" id="{EB13B095-9326-A485-094A-1EA5088F7695}"/>
              </a:ext>
            </a:extLst>
          </p:cNvPr>
          <p:cNvSpPr/>
          <p:nvPr/>
        </p:nvSpPr>
        <p:spPr>
          <a:xfrm>
            <a:off x="7558693" y="523639"/>
            <a:ext cx="1059292" cy="104674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9" name="Google Shape;369;p26">
            <a:extLst>
              <a:ext uri="{FF2B5EF4-FFF2-40B4-BE49-F238E27FC236}">
                <a16:creationId xmlns:a16="http://schemas.microsoft.com/office/drawing/2014/main" id="{8157B2F9-0231-101F-1467-FFFCCCEADB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551" y="411883"/>
            <a:ext cx="7586871" cy="72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IN" sz="2400" b="1" dirty="0">
                <a:solidFill>
                  <a:schemeClr val="tx1"/>
                </a:solidFill>
              </a:rPr>
              <a:t>Problem Formulation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371" name="Google Shape;371;p26">
            <a:extLst>
              <a:ext uri="{FF2B5EF4-FFF2-40B4-BE49-F238E27FC236}">
                <a16:creationId xmlns:a16="http://schemas.microsoft.com/office/drawing/2014/main" id="{2DCE5335-8B99-2C38-DEBF-15ADDA06FE8B}"/>
              </a:ext>
            </a:extLst>
          </p:cNvPr>
          <p:cNvSpPr/>
          <p:nvPr/>
        </p:nvSpPr>
        <p:spPr>
          <a:xfrm rot="10800000">
            <a:off x="356225" y="4124090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2" name="Google Shape;372;p26">
            <a:extLst>
              <a:ext uri="{FF2B5EF4-FFF2-40B4-BE49-F238E27FC236}">
                <a16:creationId xmlns:a16="http://schemas.microsoft.com/office/drawing/2014/main" id="{2D71BA39-0726-DFC8-336C-23A3B711FE4F}"/>
              </a:ext>
            </a:extLst>
          </p:cNvPr>
          <p:cNvSpPr/>
          <p:nvPr/>
        </p:nvSpPr>
        <p:spPr>
          <a:xfrm>
            <a:off x="7499777" y="338991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3" name="Google Shape;373;p26">
            <a:extLst>
              <a:ext uri="{FF2B5EF4-FFF2-40B4-BE49-F238E27FC236}">
                <a16:creationId xmlns:a16="http://schemas.microsoft.com/office/drawing/2014/main" id="{BD8CDF7F-9876-AC6C-B423-9C8798F6EB54}"/>
              </a:ext>
            </a:extLst>
          </p:cNvPr>
          <p:cNvSpPr txBox="1"/>
          <p:nvPr/>
        </p:nvSpPr>
        <p:spPr>
          <a:xfrm>
            <a:off x="992805" y="1283975"/>
            <a:ext cx="7162883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/>
                <a:cs typeface="Times New Roman"/>
              </a:rPr>
              <a:t>The contextual bandit problem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 is a sequential decision-making framework where an agent selects</a:t>
            </a:r>
            <a:endParaRPr 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 actions based on observed </a:t>
            </a:r>
            <a:r>
              <a:rPr lang="en-US" sz="1200" b="1" dirty="0">
                <a:solidFill>
                  <a:schemeClr val="tx1"/>
                </a:solidFill>
                <a:latin typeface="Times New Roman"/>
                <a:cs typeface="Times New Roman"/>
              </a:rPr>
              <a:t>contextual information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 to maximize cumulative reward. At each time step </a:t>
            </a:r>
            <a:r>
              <a:rPr lang="en-US" sz="1200" i="1" dirty="0">
                <a:solidFill>
                  <a:schemeClr val="tx1"/>
                </a:solidFill>
                <a:latin typeface="Times New Roman"/>
                <a:cs typeface="Times New Roman"/>
              </a:rPr>
              <a:t>t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, the agent receives a context vector </a:t>
            </a:r>
            <a:r>
              <a:rPr lang="en-US" sz="1200" i="1" dirty="0">
                <a:solidFill>
                  <a:schemeClr val="tx1"/>
                </a:solidFill>
                <a:latin typeface="Times New Roman"/>
                <a:cs typeface="Times New Roman"/>
              </a:rPr>
              <a:t>xₜ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, selects an action </a:t>
            </a:r>
            <a:r>
              <a:rPr lang="en-US" sz="1200" i="1" dirty="0">
                <a:solidFill>
                  <a:schemeClr val="tx1"/>
                </a:solidFill>
                <a:latin typeface="Times New Roman"/>
                <a:cs typeface="Times New Roman"/>
              </a:rPr>
              <a:t>aₜ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 from a fixed set of arms, and receives a corresponding reward </a:t>
            </a:r>
            <a:r>
              <a:rPr lang="en-US" sz="1200" i="1" dirty="0">
                <a:solidFill>
                  <a:schemeClr val="tx1"/>
                </a:solidFill>
                <a:latin typeface="Times New Roman"/>
                <a:cs typeface="Times New Roman"/>
              </a:rPr>
              <a:t>rₜ(aₜ)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The </a:t>
            </a:r>
            <a:r>
              <a:rPr lang="en-US" sz="1200" b="1" dirty="0">
                <a:solidFill>
                  <a:schemeClr val="tx1"/>
                </a:solidFill>
                <a:latin typeface="Times New Roman"/>
                <a:cs typeface="Times New Roman"/>
              </a:rPr>
              <a:t>goal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 is to minimize </a:t>
            </a:r>
            <a:r>
              <a:rPr lang="en-US" sz="1200" b="1" dirty="0">
                <a:solidFill>
                  <a:schemeClr val="tx1"/>
                </a:solidFill>
                <a:latin typeface="Times New Roman"/>
                <a:cs typeface="Times New Roman"/>
              </a:rPr>
              <a:t>cumulative regret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, defined as: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br>
              <a:rPr lang="en-US" sz="1200" dirty="0">
                <a:latin typeface="Times New Roman"/>
                <a:cs typeface="Times New Roman"/>
              </a:rPr>
            </a:br>
            <a:r>
              <a:rPr lang="en-US" sz="1200" b="1" dirty="0">
                <a:solidFill>
                  <a:schemeClr val="tx1"/>
                </a:solidFill>
                <a:latin typeface="Times New Roman"/>
                <a:cs typeface="Times New Roman"/>
              </a:rPr>
              <a:t>R(T) = ∑ₜ [rₜ(a*ₜ) - rₜ(aₜ)]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,</a:t>
            </a:r>
            <a:br>
              <a:rPr lang="en-US" sz="1200" dirty="0">
                <a:latin typeface="Times New Roman"/>
                <a:cs typeface="Times New Roman"/>
              </a:rPr>
            </a:b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where </a:t>
            </a:r>
            <a:r>
              <a:rPr lang="en-US" sz="1200" i="1" dirty="0">
                <a:solidFill>
                  <a:schemeClr val="tx1"/>
                </a:solidFill>
                <a:latin typeface="Times New Roman"/>
                <a:cs typeface="Times New Roman"/>
              </a:rPr>
              <a:t>a*ₜ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 is the optimal action for context </a:t>
            </a:r>
            <a:r>
              <a:rPr lang="en-US" sz="1200" i="1" dirty="0">
                <a:solidFill>
                  <a:schemeClr val="tx1"/>
                </a:solidFill>
                <a:latin typeface="Times New Roman"/>
                <a:cs typeface="Times New Roman"/>
              </a:rPr>
              <a:t>xₜ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endParaRPr lang="en-US" sz="1200" dirty="0">
              <a:solidFill>
                <a:srgbClr val="210A26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However, a key limitation is </a:t>
            </a:r>
            <a:r>
              <a:rPr lang="en-US" sz="1200" b="1" dirty="0">
                <a:solidFill>
                  <a:schemeClr val="tx1"/>
                </a:solidFill>
                <a:latin typeface="Times New Roman"/>
                <a:cs typeface="Times New Roman"/>
              </a:rPr>
              <a:t>bandit feedback</a:t>
            </a:r>
            <a:r>
              <a:rPr lang="en-US" sz="1200" dirty="0">
                <a:solidFill>
                  <a:schemeClr val="tx1"/>
                </a:solidFill>
                <a:latin typeface="Times New Roman"/>
                <a:cs typeface="Times New Roman"/>
              </a:rPr>
              <a:t>—the agent only observes the reward for the action it chose, not for other possible actions, making learning more challenging.</a:t>
            </a:r>
            <a:endParaRPr lang="en-US"/>
          </a:p>
          <a:p>
            <a:pPr marL="285750" indent="-285750" algn="just">
              <a:buChar char="•"/>
            </a:pPr>
            <a:endParaRPr lang="en-US" sz="1200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5468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>
          <a:extLst>
            <a:ext uri="{FF2B5EF4-FFF2-40B4-BE49-F238E27FC236}">
              <a16:creationId xmlns:a16="http://schemas.microsoft.com/office/drawing/2014/main" id="{64D0045D-9AFE-D513-C159-DB7B3D0EE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6">
            <a:extLst>
              <a:ext uri="{FF2B5EF4-FFF2-40B4-BE49-F238E27FC236}">
                <a16:creationId xmlns:a16="http://schemas.microsoft.com/office/drawing/2014/main" id="{8F689D31-9460-C0AE-B279-C63C84694D44}"/>
              </a:ext>
            </a:extLst>
          </p:cNvPr>
          <p:cNvSpPr/>
          <p:nvPr/>
        </p:nvSpPr>
        <p:spPr>
          <a:xfrm>
            <a:off x="7558693" y="523639"/>
            <a:ext cx="1059292" cy="104674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69" name="Google Shape;369;p26">
            <a:extLst>
              <a:ext uri="{FF2B5EF4-FFF2-40B4-BE49-F238E27FC236}">
                <a16:creationId xmlns:a16="http://schemas.microsoft.com/office/drawing/2014/main" id="{969E98E7-BF64-0A28-38F4-ECCE1EC824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0551" y="411883"/>
            <a:ext cx="7586871" cy="728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IN" sz="2400" b="1" dirty="0">
                <a:solidFill>
                  <a:schemeClr val="tx1"/>
                </a:solidFill>
              </a:rPr>
              <a:t>Algorithms Overview</a:t>
            </a:r>
          </a:p>
        </p:txBody>
      </p:sp>
      <p:sp>
        <p:nvSpPr>
          <p:cNvPr id="371" name="Google Shape;371;p26">
            <a:extLst>
              <a:ext uri="{FF2B5EF4-FFF2-40B4-BE49-F238E27FC236}">
                <a16:creationId xmlns:a16="http://schemas.microsoft.com/office/drawing/2014/main" id="{5E71A884-D46D-3D1E-92C1-670B727C1161}"/>
              </a:ext>
            </a:extLst>
          </p:cNvPr>
          <p:cNvSpPr/>
          <p:nvPr/>
        </p:nvSpPr>
        <p:spPr>
          <a:xfrm rot="10800000">
            <a:off x="356225" y="4124090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72" name="Google Shape;372;p26">
            <a:extLst>
              <a:ext uri="{FF2B5EF4-FFF2-40B4-BE49-F238E27FC236}">
                <a16:creationId xmlns:a16="http://schemas.microsoft.com/office/drawing/2014/main" id="{DD970A31-8C0E-CE98-3846-10B2BB619AE4}"/>
              </a:ext>
            </a:extLst>
          </p:cNvPr>
          <p:cNvSpPr/>
          <p:nvPr/>
        </p:nvSpPr>
        <p:spPr>
          <a:xfrm>
            <a:off x="7499777" y="338991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B067B8-12DE-06C1-67BD-F2C07DF80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53819"/>
              </p:ext>
            </p:extLst>
          </p:nvPr>
        </p:nvGraphicFramePr>
        <p:xfrm>
          <a:off x="1398351" y="1386191"/>
          <a:ext cx="6209730" cy="2966967"/>
        </p:xfrm>
        <a:graphic>
          <a:graphicData uri="http://schemas.openxmlformats.org/drawingml/2006/table">
            <a:tbl>
              <a:tblPr firstRow="1" bandRow="1" bandCol="1">
                <a:tableStyleId>{21479689-13DA-47DF-A2C5-C286E536CC01}</a:tableStyleId>
              </a:tblPr>
              <a:tblGrid>
                <a:gridCol w="1241946">
                  <a:extLst>
                    <a:ext uri="{9D8B030D-6E8A-4147-A177-3AD203B41FA5}">
                      <a16:colId xmlns:a16="http://schemas.microsoft.com/office/drawing/2014/main" val="592941102"/>
                    </a:ext>
                  </a:extLst>
                </a:gridCol>
                <a:gridCol w="1241946">
                  <a:extLst>
                    <a:ext uri="{9D8B030D-6E8A-4147-A177-3AD203B41FA5}">
                      <a16:colId xmlns:a16="http://schemas.microsoft.com/office/drawing/2014/main" val="2800287264"/>
                    </a:ext>
                  </a:extLst>
                </a:gridCol>
                <a:gridCol w="1241946">
                  <a:extLst>
                    <a:ext uri="{9D8B030D-6E8A-4147-A177-3AD203B41FA5}">
                      <a16:colId xmlns:a16="http://schemas.microsoft.com/office/drawing/2014/main" val="2204743809"/>
                    </a:ext>
                  </a:extLst>
                </a:gridCol>
                <a:gridCol w="1241946">
                  <a:extLst>
                    <a:ext uri="{9D8B030D-6E8A-4147-A177-3AD203B41FA5}">
                      <a16:colId xmlns:a16="http://schemas.microsoft.com/office/drawing/2014/main" val="3902734014"/>
                    </a:ext>
                  </a:extLst>
                </a:gridCol>
                <a:gridCol w="1241946">
                  <a:extLst>
                    <a:ext uri="{9D8B030D-6E8A-4147-A177-3AD203B41FA5}">
                      <a16:colId xmlns:a16="http://schemas.microsoft.com/office/drawing/2014/main" val="2232226302"/>
                    </a:ext>
                  </a:extLst>
                </a:gridCol>
              </a:tblGrid>
              <a:tr h="423852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/>
                          <a:cs typeface="Times New Roman"/>
                        </a:rPr>
                        <a:t>Algorithm</a:t>
                      </a:r>
                      <a:endParaRPr lang="en-IN" sz="1200" b="1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/>
                          <a:cs typeface="Times New Roman"/>
                        </a:rPr>
                        <a:t>Exploration Method</a:t>
                      </a:r>
                      <a:endParaRPr lang="en-IN" sz="1200" b="1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/>
                          <a:cs typeface="Times New Roman"/>
                        </a:rPr>
                        <a:t>Key Assumptions</a:t>
                      </a:r>
                      <a:endParaRPr lang="en-IN" sz="1200" b="1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/>
                          <a:cs typeface="Times New Roman"/>
                        </a:rPr>
                        <a:t>Strengths</a:t>
                      </a:r>
                      <a:endParaRPr lang="en-IN" sz="1200" b="1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b="1" dirty="0">
                          <a:effectLst/>
                          <a:latin typeface="Times New Roman"/>
                          <a:cs typeface="Times New Roman"/>
                        </a:rPr>
                        <a:t>Limitations</a:t>
                      </a:r>
                      <a:endParaRPr lang="en-IN" sz="1200" b="1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518888"/>
                  </a:ext>
                </a:extLst>
              </a:tr>
              <a:tr h="847705"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ε-Greedy</a:t>
                      </a:r>
                      <a:endParaRPr lang="en-IN" sz="12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exploration (ε)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Fixed reward estimates per arm</a:t>
                      </a:r>
                      <a:endParaRPr lang="en-IN" sz="12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Simple, low computational cost, easy to implement</a:t>
                      </a:r>
                      <a:endParaRPr lang="en-IN" sz="12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ε, inefficient in complex contexts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17121808"/>
                  </a:ext>
                </a:extLst>
              </a:tr>
              <a:tr h="847705"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Linear UCB</a:t>
                      </a:r>
                      <a:endParaRPr lang="en-IN" sz="12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Confidence-bound optimization</a:t>
                      </a:r>
                      <a:endParaRPr lang="en-IN" sz="12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Linear reward-context relationship</a:t>
                      </a:r>
                      <a:endParaRPr lang="en-IN" sz="12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Theoretically grounded, adaptive, interpretable</a:t>
                      </a:r>
                      <a:endParaRPr lang="en-IN" sz="12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matrix ops, assumes linearity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19903565"/>
                  </a:ext>
                </a:extLst>
              </a:tr>
              <a:tr h="847705"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Thompson Sampling</a:t>
                      </a:r>
                      <a:endParaRPr lang="en-IN" sz="12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Posterior sampling (Bayesian)</a:t>
                      </a:r>
                      <a:endParaRPr lang="en-IN" sz="12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Prior distribution on rewards</a:t>
                      </a:r>
                      <a:endParaRPr lang="en-IN" sz="12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Probabilistic, adaptive, strong empirical performance</a:t>
                      </a:r>
                      <a:endParaRPr lang="en-IN" sz="12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lvl="2"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priors, computationally more intensive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601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092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34"/>
          <p:cNvSpPr txBox="1">
            <a:spLocks noGrp="1"/>
          </p:cNvSpPr>
          <p:nvPr>
            <p:ph type="title"/>
          </p:nvPr>
        </p:nvSpPr>
        <p:spPr>
          <a:xfrm>
            <a:off x="715094" y="327072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l-GR" sz="2400" b="1" dirty="0">
                <a:solidFill>
                  <a:schemeClr val="tx1"/>
                </a:solidFill>
              </a:rPr>
              <a:t>ε-</a:t>
            </a:r>
            <a:r>
              <a:rPr lang="en-IN" sz="2400" b="1" dirty="0">
                <a:solidFill>
                  <a:schemeClr val="tx1"/>
                </a:solidFill>
              </a:rPr>
              <a:t>Greedy Algorithm</a:t>
            </a:r>
            <a:br>
              <a:rPr lang="en-IN" sz="2400" dirty="0"/>
            </a:br>
            <a:endParaRPr lang="en-IN" sz="2400" b="1">
              <a:solidFill>
                <a:schemeClr val="tx1"/>
              </a:solidFill>
              <a:ea typeface="Times New Roman"/>
            </a:endParaRPr>
          </a:p>
        </p:txBody>
      </p:sp>
      <p:sp>
        <p:nvSpPr>
          <p:cNvPr id="847" name="Google Shape;847;p34"/>
          <p:cNvSpPr/>
          <p:nvPr/>
        </p:nvSpPr>
        <p:spPr>
          <a:xfrm>
            <a:off x="7722968" y="590004"/>
            <a:ext cx="884319" cy="89588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F0013-829F-97B8-E8F7-4BF3CAFDEBF6}"/>
              </a:ext>
            </a:extLst>
          </p:cNvPr>
          <p:cNvSpPr txBox="1"/>
          <p:nvPr/>
        </p:nvSpPr>
        <p:spPr>
          <a:xfrm>
            <a:off x="981884" y="1186182"/>
            <a:ext cx="7204024" cy="2921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200" dirty="0"/>
          </a:p>
          <a:p>
            <a:pPr marL="171450" indent="-171450">
              <a:buChar char="•"/>
            </a:pPr>
            <a:r>
              <a:rPr lang="en-US" sz="1200" dirty="0"/>
              <a:t>Balances exploration and exploitation by:</a:t>
            </a:r>
            <a:endParaRPr lang="en-US" dirty="0"/>
          </a:p>
          <a:p>
            <a:pPr marL="628650" lvl="1" indent="-171450">
              <a:buFont typeface="Courier New"/>
              <a:buChar char="o"/>
            </a:pPr>
            <a:r>
              <a:rPr lang="en-US" sz="1200" dirty="0"/>
              <a:t>Choosing the best-known action with probability (1−ε)</a:t>
            </a:r>
            <a:endParaRPr lang="en-US" dirty="0"/>
          </a:p>
          <a:p>
            <a:pPr marL="628650" lvl="1" indent="-171450">
              <a:buFont typeface="Courier New"/>
              <a:buChar char="o"/>
            </a:pPr>
            <a:r>
              <a:rPr lang="en-US" sz="1200" dirty="0"/>
              <a:t>Choosing a random action with probability ε</a:t>
            </a:r>
            <a:endParaRPr lang="en-US" dirty="0"/>
          </a:p>
          <a:p>
            <a:pPr marL="171450" indent="-171450">
              <a:buChar char="•"/>
            </a:pPr>
            <a:r>
              <a:rPr lang="en-US" sz="1200"/>
              <a:t>In contextual bandits, uses a linear model to estimate expected rewards and occasionally explores non-optimal arms.</a:t>
            </a:r>
            <a:endParaRPr lang="en-US"/>
          </a:p>
          <a:p>
            <a:pPr marL="171450" indent="-171450">
              <a:buChar char="•"/>
            </a:pPr>
            <a:r>
              <a:rPr lang="en-US" sz="1200" dirty="0"/>
              <a:t>Strengths:</a:t>
            </a:r>
            <a:endParaRPr lang="en-US" dirty="0"/>
          </a:p>
          <a:p>
            <a:pPr marL="628650" lvl="1" indent="-171450">
              <a:buFont typeface="Courier New"/>
              <a:buChar char="o"/>
            </a:pPr>
            <a:r>
              <a:rPr lang="en-US" sz="1200"/>
              <a:t>Simple to implement and understand</a:t>
            </a:r>
            <a:endParaRPr lang="en-US" dirty="0"/>
          </a:p>
          <a:p>
            <a:pPr marL="628650" lvl="1" indent="-171450">
              <a:buFont typeface="Courier New"/>
              <a:buChar char="o"/>
            </a:pPr>
            <a:r>
              <a:rPr lang="en-US" sz="1200" dirty="0"/>
              <a:t>Low computational cost</a:t>
            </a:r>
            <a:endParaRPr lang="en-US" dirty="0"/>
          </a:p>
          <a:p>
            <a:pPr marL="628650" lvl="1" indent="-171450">
              <a:buFont typeface="Courier New"/>
              <a:buChar char="o"/>
            </a:pPr>
            <a:r>
              <a:rPr lang="en-US" sz="1200" dirty="0"/>
              <a:t>Acts as a reliable baseline</a:t>
            </a:r>
            <a:endParaRPr lang="en-US" dirty="0"/>
          </a:p>
          <a:p>
            <a:pPr marL="171450" indent="-171450">
              <a:buChar char="•"/>
            </a:pPr>
            <a:r>
              <a:rPr lang="en-US" sz="1200" dirty="0"/>
              <a:t>Limitations:</a:t>
            </a:r>
            <a:endParaRPr lang="en-US" dirty="0"/>
          </a:p>
          <a:p>
            <a:pPr marL="628650" lvl="1" indent="-171450">
              <a:buFont typeface="Courier New"/>
              <a:buChar char="o"/>
            </a:pPr>
            <a:r>
              <a:rPr lang="en-US" sz="1200"/>
              <a:t>Fixed ε may cause too much or too little exploration</a:t>
            </a:r>
            <a:endParaRPr lang="en-US"/>
          </a:p>
          <a:p>
            <a:pPr marL="628650" lvl="1" indent="-171450">
              <a:buFont typeface="Courier New"/>
              <a:buChar char="o"/>
            </a:pPr>
            <a:r>
              <a:rPr lang="en-US" sz="1200"/>
              <a:t>Doesn’t model uncertainty</a:t>
            </a:r>
            <a:endParaRPr lang="en-US"/>
          </a:p>
          <a:p>
            <a:pPr marL="628650" lvl="1" indent="-171450">
              <a:buFont typeface="Courier New"/>
              <a:buChar char="o"/>
            </a:pPr>
            <a:r>
              <a:rPr lang="en-US" sz="1200" dirty="0"/>
              <a:t>Less effective in high-dimensional or complex settings</a:t>
            </a:r>
            <a:endParaRPr lang="en-US" dirty="0"/>
          </a:p>
          <a:p>
            <a:pPr marL="171450" indent="-171450">
              <a:lnSpc>
                <a:spcPct val="150000"/>
              </a:lnSpc>
              <a:buChar char="•"/>
            </a:pPr>
            <a:endParaRPr lang="en-US"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35"/>
          <p:cNvSpPr txBox="1">
            <a:spLocks noGrp="1"/>
          </p:cNvSpPr>
          <p:nvPr>
            <p:ph type="title"/>
          </p:nvPr>
        </p:nvSpPr>
        <p:spPr>
          <a:xfrm>
            <a:off x="547961" y="488788"/>
            <a:ext cx="7441663" cy="73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Regret Visualization</a:t>
            </a:r>
            <a:br>
              <a:rPr lang="en-IN" sz="2400" b="1" dirty="0">
                <a:solidFill>
                  <a:schemeClr val="tx1"/>
                </a:solidFill>
                <a:ea typeface="Times New Roman"/>
                <a:sym typeface="Times New Roman"/>
              </a:rPr>
            </a:br>
            <a:endParaRPr lang="en-US" sz="2400">
              <a:solidFill>
                <a:srgbClr val="000000"/>
              </a:solidFill>
              <a:ea typeface="Times New Roman"/>
              <a:sym typeface="Times New Roman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55" name="Google Shape;855;p35"/>
          <p:cNvSpPr/>
          <p:nvPr/>
        </p:nvSpPr>
        <p:spPr>
          <a:xfrm>
            <a:off x="7809145" y="408593"/>
            <a:ext cx="884319" cy="89588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856" name="Google Shape;856;p35"/>
          <p:cNvSpPr txBox="1"/>
          <p:nvPr/>
        </p:nvSpPr>
        <p:spPr>
          <a:xfrm>
            <a:off x="7951431" y="364019"/>
            <a:ext cx="644608" cy="940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3200" b="1" dirty="0">
              <a:solidFill>
                <a:schemeClr val="accent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2F6F3-B27B-8AD6-A833-3CD9CD142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599" y="1114848"/>
            <a:ext cx="5057775" cy="3448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1DFBA7-41FF-F4B0-E23E-E8EAFF74C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50" y="410338"/>
            <a:ext cx="7713900" cy="710700"/>
          </a:xfrm>
        </p:spPr>
        <p:txBody>
          <a:bodyPr/>
          <a:lstStyle/>
          <a:p>
            <a:r>
              <a:rPr lang="en-US" sz="2400" b="1" dirty="0"/>
              <a:t>Linear UCB Algorithm</a:t>
            </a:r>
            <a:endParaRPr lang="en-IN" sz="2400"/>
          </a:p>
        </p:txBody>
      </p:sp>
      <p:sp>
        <p:nvSpPr>
          <p:cNvPr id="4" name="Google Shape;855;p35">
            <a:extLst>
              <a:ext uri="{FF2B5EF4-FFF2-40B4-BE49-F238E27FC236}">
                <a16:creationId xmlns:a16="http://schemas.microsoft.com/office/drawing/2014/main" id="{2E04936A-0AA8-C18A-C36F-9566E2AED2D2}"/>
              </a:ext>
            </a:extLst>
          </p:cNvPr>
          <p:cNvSpPr/>
          <p:nvPr/>
        </p:nvSpPr>
        <p:spPr>
          <a:xfrm>
            <a:off x="7809145" y="408593"/>
            <a:ext cx="884319" cy="89588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6BC78BE-06BC-B730-E0AA-9DF2F3A5F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99" y="1182194"/>
            <a:ext cx="780983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dirty="0"/>
              <a:t>Selects actions using </a:t>
            </a:r>
            <a:r>
              <a:rPr kumimoji="0" lang="en-US" i="0" u="none" strike="noStrike" cap="none" normalizeH="0" baseline="0" dirty="0">
                <a:ln>
                  <a:noFill/>
                </a:ln>
                <a:effectLst/>
              </a:rPr>
              <a:t>optimism under uncertainty</a:t>
            </a:r>
            <a:r>
              <a:rPr kumimoji="0" lang="en-US" b="0" i="0" u="none" strike="noStrike" cap="none" normalizeH="0" baseline="0" dirty="0">
                <a:ln>
                  <a:noFill/>
                </a:ln>
                <a:effectLst/>
              </a:rPr>
              <a:t>:</a:t>
            </a:r>
            <a:endParaRPr lang="en-US" dirty="0">
              <a:solidFill>
                <a:schemeClr val="tx1"/>
              </a:solidFill>
            </a:endParaRP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solidFill>
                  <a:schemeClr val="tx1"/>
                </a:solidFill>
              </a:rPr>
              <a:t>Action score = </a:t>
            </a:r>
            <a:r>
              <a:rPr lang="en-US" alt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Estimated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/>
                <a:cs typeface="Times New Roman"/>
              </a:rPr>
              <a:t> Reward + α × Confidence </a:t>
            </a:r>
            <a:r>
              <a:rPr lang="en-US" alt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Bound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Char char="•"/>
            </a:pPr>
            <a:r>
              <a:rPr lang="en-US" dirty="0"/>
              <a:t>Assumes expected reward is a linear function of context.</a:t>
            </a:r>
            <a:endParaRPr lang="en-US" dirty="0">
              <a:solidFill>
                <a:srgbClr val="210A26"/>
              </a:solidFill>
            </a:endParaRPr>
          </a:p>
          <a:p>
            <a:pPr marL="285750" indent="-285750">
              <a:buChar char="•"/>
            </a:pPr>
            <a:r>
              <a:rPr lang="en-US" dirty="0"/>
              <a:t>Parameter α controls the balance between exploration and exploitation.</a:t>
            </a:r>
            <a:endParaRPr lang="en-US" dirty="0">
              <a:solidFill>
                <a:srgbClr val="210A26"/>
              </a:solidFill>
            </a:endParaRPr>
          </a:p>
          <a:p>
            <a:pPr marL="457200" lvl="1">
              <a:buFont typeface="Courier New"/>
              <a:buChar char="o"/>
            </a:pPr>
            <a:r>
              <a:rPr lang="en-US" dirty="0"/>
              <a:t>  The confidence bound quantifies uncertainty, encouraging exploration where the model is less certain.</a:t>
            </a:r>
          </a:p>
          <a:p>
            <a:pPr marL="457200" lvl="1">
              <a:buFont typeface="Courier New"/>
              <a:buChar char="o"/>
            </a:pPr>
            <a:r>
              <a:rPr lang="en-US" dirty="0"/>
              <a:t>  By prioritizing actions with high upper confidence bounds, it avoids premature exploitation.</a:t>
            </a:r>
          </a:p>
          <a:p>
            <a:pPr marL="457200" lvl="1">
              <a:buFont typeface="Courier New"/>
              <a:buChar char="o"/>
            </a:pPr>
            <a:r>
              <a:rPr lang="en-US" dirty="0"/>
              <a:t>  Provides strong theoretical guarantees, making it robust in many practical applications.</a:t>
            </a:r>
          </a:p>
          <a:p>
            <a:endParaRPr lang="en-US" dirty="0"/>
          </a:p>
          <a:p>
            <a:pPr marL="285750" indent="-285750">
              <a:buClrTx/>
              <a:buFont typeface="Arial"/>
              <a:buChar char="•"/>
            </a:pPr>
            <a:r>
              <a:rPr kumimoji="0" lang="en-US" i="0" u="none" strike="noStrike" cap="none" normalizeH="0" baseline="0" dirty="0">
                <a:ln>
                  <a:noFill/>
                </a:ln>
                <a:effectLst/>
              </a:rPr>
              <a:t>Strengths</a:t>
            </a:r>
            <a:r>
              <a:rPr lang="en-US" dirty="0"/>
              <a:t>:</a:t>
            </a:r>
          </a:p>
          <a:p>
            <a:pPr marL="742950" lvl="1" indent="-285750">
              <a:buClrTx/>
              <a:buFont typeface="Courier New"/>
              <a:buChar char="o"/>
            </a:pPr>
            <a:r>
              <a:rPr kumimoji="0" lang="en-US" b="0" i="0" u="none" strike="noStrike" cap="none" normalizeH="0" baseline="0" dirty="0">
                <a:ln>
                  <a:noFill/>
                </a:ln>
                <a:effectLst/>
              </a:rPr>
              <a:t>Theoretically </a:t>
            </a:r>
            <a:r>
              <a:rPr lang="en-US" dirty="0"/>
              <a:t>grounded </a:t>
            </a:r>
            <a:r>
              <a:rPr kumimoji="0" lang="en-US" b="0" i="0" u="none" strike="noStrike" cap="none" normalizeH="0" baseline="0" dirty="0">
                <a:ln>
                  <a:noFill/>
                </a:ln>
                <a:effectLst/>
              </a:rPr>
              <a:t>with sublinear regret </a:t>
            </a:r>
            <a:r>
              <a:rPr lang="en-US" dirty="0"/>
              <a:t>guarantees</a:t>
            </a:r>
          </a:p>
          <a:p>
            <a:pPr marL="742950" lvl="1" indent="-285750">
              <a:buClrTx/>
              <a:buFont typeface="Courier New"/>
              <a:buChar char="o"/>
            </a:pPr>
            <a:r>
              <a:rPr lang="en-US" dirty="0"/>
              <a:t>Automatically</a:t>
            </a:r>
            <a:r>
              <a:rPr kumimoji="0" lang="en-US" b="0" i="0" u="none" strike="noStrike" cap="none" normalizeH="0" baseline="0" dirty="0">
                <a:ln>
                  <a:noFill/>
                </a:ln>
                <a:effectLst/>
              </a:rPr>
              <a:t> balances exploration and </a:t>
            </a:r>
            <a:r>
              <a:rPr lang="en-US" dirty="0"/>
              <a:t>exploitation</a:t>
            </a:r>
          </a:p>
          <a:p>
            <a:pPr marL="742950" lvl="1" indent="-285750" algn="l" defTabSz="914400">
              <a:lnSpc>
                <a:spcPct val="100000"/>
              </a:lnSpc>
              <a:buClrTx/>
              <a:buSzTx/>
              <a:buFont typeface="Courier New"/>
              <a:buChar char="o"/>
              <a:tabLst/>
            </a:pPr>
            <a:r>
              <a:rPr lang="en-US" dirty="0"/>
              <a:t>Excels </a:t>
            </a:r>
            <a:r>
              <a:rPr kumimoji="0" lang="en-US" b="0" i="0" u="none" strike="noStrike" cap="none" normalizeH="0" baseline="0" dirty="0">
                <a:ln>
                  <a:noFill/>
                </a:ln>
                <a:effectLst/>
              </a:rPr>
              <a:t>in structured, high-dimensional contexts</a:t>
            </a:r>
            <a:endParaRPr lang="en-US" dirty="0"/>
          </a:p>
          <a:p>
            <a:pPr marL="742950" marR="0" lvl="1" indent="-285750" algn="l" defTabSz="914400">
              <a:lnSpc>
                <a:spcPct val="100000"/>
              </a:lnSpc>
              <a:buClrTx/>
              <a:buSzTx/>
              <a:buFont typeface="Courier New"/>
              <a:buChar char="o"/>
              <a:tabLst/>
            </a:pPr>
            <a:endParaRPr lang="en-US" b="0" i="0" u="none" strike="noStrike" cap="none" normalizeH="0" baseline="0" dirty="0">
              <a:ln>
                <a:noFill/>
              </a:ln>
              <a:effectLst/>
            </a:endParaRPr>
          </a:p>
          <a:p>
            <a:pPr marL="742950" lvl="1" indent="-285750">
              <a:buClrTx/>
              <a:buFont typeface="Courier New"/>
              <a:buChar char="o"/>
            </a:pPr>
            <a:endParaRPr lang="en-US" dirty="0"/>
          </a:p>
          <a:p>
            <a:pPr marL="742950" lvl="1" indent="-285750">
              <a:buClrTx/>
              <a:buFont typeface="Courier New"/>
              <a:buChar char="o"/>
            </a:pPr>
            <a:endParaRPr lang="en-US" dirty="0"/>
          </a:p>
          <a:p>
            <a:pPr marL="742950" lvl="1" indent="-285750">
              <a:buClrTx/>
              <a:buFont typeface="Courier New"/>
              <a:buChar char="o"/>
            </a:pPr>
            <a:endParaRPr lang="en-US" dirty="0"/>
          </a:p>
          <a:p>
            <a:pPr marL="742950" lvl="1" indent="-285750">
              <a:buClrTx/>
              <a:buFont typeface="Courier New"/>
              <a:buChar char="o"/>
            </a:pPr>
            <a:endParaRPr lang="en-US" dirty="0"/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7"/>
          <p:cNvSpPr txBox="1">
            <a:spLocks noGrp="1"/>
          </p:cNvSpPr>
          <p:nvPr>
            <p:ph type="title"/>
          </p:nvPr>
        </p:nvSpPr>
        <p:spPr>
          <a:xfrm>
            <a:off x="509691" y="499419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Regret Interpretation</a:t>
            </a:r>
            <a:endParaRPr sz="1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8" name="Google Shape;888;p37"/>
          <p:cNvSpPr/>
          <p:nvPr/>
        </p:nvSpPr>
        <p:spPr>
          <a:xfrm>
            <a:off x="7628202" y="721560"/>
            <a:ext cx="884319" cy="89588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DDAC7-FD00-EC2E-F8DE-F74B37AE12DE}"/>
              </a:ext>
            </a:extLst>
          </p:cNvPr>
          <p:cNvSpPr txBox="1"/>
          <p:nvPr/>
        </p:nvSpPr>
        <p:spPr>
          <a:xfrm>
            <a:off x="715050" y="3619478"/>
            <a:ext cx="77138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Regret initially increases during exploration, then stabilizes as confidence bounds narrow. The plot shows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consistently lower cumulative regret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than ε-Greedy, indicating more efficient and faster learning over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9B4950-2ED2-A620-C3F1-2F4C8BDDB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49" y="1043609"/>
            <a:ext cx="5295900" cy="25758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8"/>
          <p:cNvSpPr txBox="1">
            <a:spLocks noGrp="1"/>
          </p:cNvSpPr>
          <p:nvPr>
            <p:ph type="title"/>
          </p:nvPr>
        </p:nvSpPr>
        <p:spPr>
          <a:xfrm>
            <a:off x="509691" y="354849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>
                <a:sym typeface="Times New Roman"/>
              </a:rPr>
              <a:t>Thompson Sampling</a:t>
            </a:r>
            <a:endParaRPr lang="en-US" sz="2400" b="1" dirty="0">
              <a:solidFill>
                <a:srgbClr val="210A26"/>
              </a:solidFill>
              <a:ea typeface="Times New Roman"/>
            </a:endParaRPr>
          </a:p>
          <a:p>
            <a:pPr>
              <a:lnSpc>
                <a:spcPct val="114999"/>
              </a:lnSpc>
            </a:pPr>
            <a:endParaRPr lang="en-US" sz="2400" b="1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95" name="Google Shape;895;p38"/>
          <p:cNvSpPr/>
          <p:nvPr/>
        </p:nvSpPr>
        <p:spPr>
          <a:xfrm>
            <a:off x="7628202" y="721560"/>
            <a:ext cx="884319" cy="89588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038627-E8DB-5F87-5B4F-C47CCC0EA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317" y="1462067"/>
            <a:ext cx="7121317" cy="2557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endParaRPr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0BFDD-297C-CF19-2727-A90B79EDF923}"/>
              </a:ext>
            </a:extLst>
          </p:cNvPr>
          <p:cNvSpPr txBox="1"/>
          <p:nvPr/>
        </p:nvSpPr>
        <p:spPr>
          <a:xfrm>
            <a:off x="981884" y="1186182"/>
            <a:ext cx="7204024" cy="32316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Thompson Sampling (TS):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A Bayesian exploration strategy that selects actions based on the probability of being optimal.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At each step, samples parameters from the posterior distribution of each arm and picks the arm with the highest predicted reward.</a:t>
            </a:r>
          </a:p>
          <a:p>
            <a:pPr marL="171450" indent="-171450"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Working Mechanism: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Models reward as a probabilistic function of context.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Updates posterior distributions after every action and observed reward.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Exploration naturally arises from model uncertainty.</a:t>
            </a:r>
          </a:p>
          <a:p>
            <a:pPr marL="171450" indent="-171450"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Strengths: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Adaptive and inherently probabilistic exploration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Excels in uncertain or sparse-data environments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Requires no manual tuning of exploration parameters like ε or confidence bounds</a:t>
            </a:r>
          </a:p>
          <a:p>
            <a:pPr marL="171450" indent="-171450"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Performance: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Starts with variability due to stochastic sampling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Regret decreases over time as the model learns</a:t>
            </a: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  <a:cs typeface="Times New Roman"/>
              </a:rPr>
              <a:t>Often matches or outperforms others, especially in dynamic or personalized contexts</a:t>
            </a:r>
          </a:p>
          <a:p>
            <a:pPr marL="171450" indent="-171450">
              <a:buChar char="•"/>
            </a:pPr>
            <a:endParaRPr lang="en-US" sz="1200" dirty="0"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9"/>
          <p:cNvSpPr/>
          <p:nvPr/>
        </p:nvSpPr>
        <p:spPr>
          <a:xfrm>
            <a:off x="7628202" y="721560"/>
            <a:ext cx="884319" cy="89588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3" name="Google Shape;894;p38">
            <a:extLst>
              <a:ext uri="{FF2B5EF4-FFF2-40B4-BE49-F238E27FC236}">
                <a16:creationId xmlns:a16="http://schemas.microsoft.com/office/drawing/2014/main" id="{5A29B60F-6CE6-C2F4-DE47-8E0AC3168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50" y="368278"/>
            <a:ext cx="7713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400" b="1" dirty="0">
                <a:sym typeface="Times New Roman"/>
              </a:rPr>
              <a:t>Experimental Setup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400" b="1" dirty="0">
              <a:ea typeface="Times New Roman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95E69E0-C1E2-160E-7940-B8A35C636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706" y="2498970"/>
            <a:ext cx="7564244" cy="376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35181-B796-21E4-4F8F-C335CB40EB0F}"/>
              </a:ext>
            </a:extLst>
          </p:cNvPr>
          <p:cNvSpPr txBox="1"/>
          <p:nvPr/>
        </p:nvSpPr>
        <p:spPr>
          <a:xfrm>
            <a:off x="890687" y="1581369"/>
            <a:ext cx="7191865" cy="28988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Char char="•"/>
            </a:pPr>
            <a:r>
              <a:rPr lang="en-US" sz="1200" b="1" dirty="0">
                <a:latin typeface="Times New Roman"/>
              </a:rPr>
              <a:t>Purpose:</a:t>
            </a:r>
            <a:endParaRPr lang="en-US" sz="1200" b="1">
              <a:latin typeface="Times New Roman"/>
            </a:endParaRP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</a:rPr>
              <a:t>Simulates a realistic but controlled decision-making environment</a:t>
            </a:r>
            <a:endParaRPr lang="en-US" sz="1200">
              <a:latin typeface="Times New Roman"/>
            </a:endParaRP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</a:rPr>
              <a:t>Designed for clarity, interpretability, and experimental control</a:t>
            </a:r>
            <a:endParaRPr lang="en-US" sz="1200">
              <a:latin typeface="Times New Roman"/>
            </a:endParaRPr>
          </a:p>
          <a:p>
            <a:pPr marL="171450" indent="-171450">
              <a:buChar char="•"/>
            </a:pPr>
            <a:r>
              <a:rPr lang="en-US" sz="1200" b="1" dirty="0">
                <a:latin typeface="Times New Roman"/>
              </a:rPr>
              <a:t>Context Generation:</a:t>
            </a:r>
            <a:endParaRPr lang="en-US" sz="1200" b="1">
              <a:latin typeface="Times New Roman"/>
            </a:endParaRP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</a:rPr>
              <a:t>Each round provides a context vector (5–10 dimensions)</a:t>
            </a:r>
            <a:endParaRPr lang="en-US" sz="1200">
              <a:latin typeface="Times New Roman"/>
            </a:endParaRP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</a:rPr>
              <a:t>Sampled from uniform or multivariate normal distribution</a:t>
            </a:r>
            <a:endParaRPr lang="en-US" sz="1200">
              <a:latin typeface="Times New Roman"/>
            </a:endParaRP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</a:rPr>
              <a:t>Mimics real-world features like user traits or environmental signals</a:t>
            </a:r>
            <a:endParaRPr lang="en-US" sz="1200">
              <a:latin typeface="Times New Roman"/>
            </a:endParaRPr>
          </a:p>
          <a:p>
            <a:pPr marL="171450" indent="-171450">
              <a:buChar char="•"/>
            </a:pPr>
            <a:r>
              <a:rPr lang="en-US" sz="1200" b="1" dirty="0">
                <a:latin typeface="Times New Roman"/>
              </a:rPr>
              <a:t>Arm-Reward Mapping:</a:t>
            </a:r>
            <a:endParaRPr lang="en-US" sz="1200" b="1">
              <a:latin typeface="Times New Roman"/>
            </a:endParaRP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</a:rPr>
              <a:t>Each arm has a hidden weight vector (linear reward function)</a:t>
            </a:r>
            <a:endParaRPr lang="en-US" sz="1200">
              <a:latin typeface="Times New Roman"/>
            </a:endParaRP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</a:rPr>
              <a:t>Reward = dot product of context and weight + Gaussian noise</a:t>
            </a:r>
            <a:endParaRPr lang="en-US" sz="1200">
              <a:latin typeface="Times New Roman"/>
            </a:endParaRPr>
          </a:p>
          <a:p>
            <a:pPr marL="628650" lvl="1" indent="-171450">
              <a:buFont typeface="Courier New"/>
              <a:buChar char="o"/>
            </a:pPr>
            <a:r>
              <a:rPr lang="en-US" sz="1200" dirty="0">
                <a:latin typeface="Times New Roman"/>
              </a:rPr>
              <a:t>Adds realistic variability and enables tracking of:</a:t>
            </a:r>
            <a:endParaRPr lang="en-US" sz="1200">
              <a:latin typeface="Times New Roman"/>
            </a:endParaRPr>
          </a:p>
          <a:p>
            <a:pPr marL="1085850" lvl="2" indent="-171450">
              <a:buFont typeface="Wingdings"/>
              <a:buChar char="§"/>
            </a:pPr>
            <a:r>
              <a:rPr lang="en-US" sz="1200" dirty="0">
                <a:latin typeface="Times New Roman"/>
              </a:rPr>
              <a:t>Learning behavior</a:t>
            </a:r>
            <a:endParaRPr lang="en-US" sz="1200">
              <a:latin typeface="Times New Roman"/>
            </a:endParaRPr>
          </a:p>
          <a:p>
            <a:pPr marL="1085850" lvl="2" indent="-171450">
              <a:buFont typeface="Wingdings"/>
              <a:buChar char="§"/>
            </a:pPr>
            <a:r>
              <a:rPr lang="en-US" sz="1200" dirty="0">
                <a:latin typeface="Times New Roman"/>
              </a:rPr>
              <a:t>Reward accumulation</a:t>
            </a:r>
            <a:endParaRPr lang="en-US" sz="1200">
              <a:latin typeface="Times New Roman"/>
            </a:endParaRPr>
          </a:p>
          <a:p>
            <a:pPr marL="1085850" lvl="2" indent="-171450">
              <a:buFont typeface="Wingdings"/>
              <a:buChar char="§"/>
            </a:pPr>
            <a:r>
              <a:rPr lang="en-US" sz="1200" dirty="0">
                <a:latin typeface="Times New Roman"/>
              </a:rPr>
              <a:t>Cumulative regret minimization</a:t>
            </a:r>
            <a:endParaRPr lang="en-US" sz="1200">
              <a:latin typeface="Times New Roman"/>
            </a:endParaRPr>
          </a:p>
          <a:p>
            <a:pPr marL="171450" indent="-171450">
              <a:buChar char="•"/>
            </a:pPr>
            <a:endParaRPr lang="en-US" sz="1200" b="1" dirty="0">
              <a:latin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C0877-CB8E-ADF9-83A2-D6AF19A1D69E}"/>
              </a:ext>
            </a:extLst>
          </p:cNvPr>
          <p:cNvSpPr txBox="1"/>
          <p:nvPr/>
        </p:nvSpPr>
        <p:spPr>
          <a:xfrm>
            <a:off x="887649" y="1009244"/>
            <a:ext cx="313717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Custom Toy Dataset for Evaluation</a:t>
            </a:r>
            <a:endParaRPr lang="en-US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27231-8A0A-4E9E-0E00-B185B328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en-US" sz="2400" b="1" dirty="0">
                <a:cs typeface="Times New Roman"/>
              </a:rPr>
              <a:t>Arm-Reward Matrix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DA8998-35DA-C227-5224-F77299485C87}"/>
              </a:ext>
            </a:extLst>
          </p:cNvPr>
          <p:cNvSpPr txBox="1"/>
          <p:nvPr/>
        </p:nvSpPr>
        <p:spPr>
          <a:xfrm>
            <a:off x="981884" y="1186182"/>
            <a:ext cx="7204024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Char char="•"/>
            </a:pPr>
            <a:r>
              <a:rPr lang="en-US" sz="1200">
                <a:latin typeface="Times New Roman"/>
                <a:cs typeface="Times New Roman"/>
              </a:rPr>
              <a:t>The </a:t>
            </a:r>
            <a:r>
              <a:rPr lang="en-US" sz="1200" b="1">
                <a:latin typeface="Times New Roman"/>
                <a:cs typeface="Times New Roman"/>
              </a:rPr>
              <a:t>Arm-Reward Matrix</a:t>
            </a:r>
            <a:r>
              <a:rPr lang="en-US" sz="1200">
                <a:latin typeface="Times New Roman"/>
                <a:cs typeface="Times New Roman"/>
              </a:rPr>
              <a:t> is a structured representation that maps how each action (arm) performs under different contexts. It is a core component of the contextual bandit setup, capturing the expected reward for every possible </a:t>
            </a:r>
            <a:r>
              <a:rPr lang="en-US" sz="1200" b="1">
                <a:latin typeface="Times New Roman"/>
                <a:cs typeface="Times New Roman"/>
              </a:rPr>
              <a:t>context-arm</a:t>
            </a:r>
            <a:r>
              <a:rPr lang="en-US" sz="1200" dirty="0">
                <a:latin typeface="Times New Roman"/>
                <a:cs typeface="Times New Roman"/>
              </a:rPr>
              <a:t> </a:t>
            </a:r>
            <a:r>
              <a:rPr lang="en-US" sz="1200">
                <a:latin typeface="Times New Roman"/>
                <a:cs typeface="Times New Roman"/>
              </a:rPr>
              <a:t>pair.</a:t>
            </a:r>
            <a:endParaRPr lang="en-US" sz="1200">
              <a:solidFill>
                <a:srgbClr val="210A26"/>
              </a:solidFill>
              <a:latin typeface="Times New Roman"/>
              <a:cs typeface="Times New Roman"/>
            </a:endParaRPr>
          </a:p>
          <a:p>
            <a:pPr marL="285750" indent="-285750">
              <a:buChar char="•"/>
            </a:pPr>
            <a:r>
              <a:rPr lang="en-US" sz="1200" b="1">
                <a:latin typeface="Times New Roman"/>
                <a:cs typeface="Times New Roman"/>
              </a:rPr>
              <a:t>Definition and Purpose</a:t>
            </a:r>
            <a:endParaRPr lang="en-US" sz="1200">
              <a:solidFill>
                <a:srgbClr val="210A26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Each row represents an arm (action), and each column corresponds to a context instance.</a:t>
            </a:r>
            <a:endParaRPr lang="en-US" sz="1200" dirty="0">
              <a:solidFill>
                <a:srgbClr val="210A26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Matrix entries contain expected rewards computed via a </a:t>
            </a:r>
            <a:r>
              <a:rPr lang="en-US" sz="1200" b="1" dirty="0">
                <a:latin typeface="Times New Roman"/>
                <a:cs typeface="Times New Roman"/>
              </a:rPr>
              <a:t>linear reward model</a:t>
            </a:r>
            <a:r>
              <a:rPr lang="en-US" sz="1200" dirty="0">
                <a:latin typeface="Times New Roman"/>
                <a:cs typeface="Times New Roman"/>
              </a:rPr>
              <a:t> with added noise.</a:t>
            </a:r>
            <a:endParaRPr lang="en-US" sz="1200" dirty="0">
              <a:solidFill>
                <a:srgbClr val="210A26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Enables evaluation of algorithm performance by comparing chosen actions to optimal ones.</a:t>
            </a:r>
            <a:endParaRPr lang="en-US" sz="1200" dirty="0">
              <a:solidFill>
                <a:srgbClr val="210A26"/>
              </a:solidFill>
              <a:latin typeface="Times New Roman"/>
              <a:cs typeface="Times New Roman"/>
            </a:endParaRPr>
          </a:p>
          <a:p>
            <a:pPr marL="171450" indent="-171450">
              <a:buChar char="•"/>
            </a:pPr>
            <a:endParaRPr lang="en-US" sz="1200" b="1" dirty="0">
              <a:latin typeface="Times New Roman"/>
              <a:cs typeface="Times New Roman"/>
            </a:endParaRPr>
          </a:p>
        </p:txBody>
      </p:sp>
      <p:pic>
        <p:nvPicPr>
          <p:cNvPr id="5" name="Picture 4" descr="A graph with lines and dots">
            <a:extLst>
              <a:ext uri="{FF2B5EF4-FFF2-40B4-BE49-F238E27FC236}">
                <a16:creationId xmlns:a16="http://schemas.microsoft.com/office/drawing/2014/main" id="{A065BB4B-EFCE-5D89-E246-1D124975F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83" y="2573676"/>
            <a:ext cx="7534275" cy="155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88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477E8D-ECC6-5B41-AA29-B64B0C06EF54}"/>
              </a:ext>
            </a:extLst>
          </p:cNvPr>
          <p:cNvSpPr txBox="1"/>
          <p:nvPr/>
        </p:nvSpPr>
        <p:spPr>
          <a:xfrm>
            <a:off x="815009" y="3153645"/>
            <a:ext cx="7812156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sz="1200" b="1" dirty="0">
                <a:latin typeface="Times New Roman"/>
                <a:cs typeface="Times New Roman"/>
              </a:rPr>
              <a:t>Visual Representation:</a:t>
            </a:r>
            <a:endParaRPr lang="en-US" sz="1200" dirty="0">
              <a:latin typeface="Times New Roman"/>
              <a:cs typeface="Times New Roman"/>
            </a:endParaRPr>
          </a:p>
          <a:p>
            <a:pPr marL="171450" indent="-171450"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Highlights which arms dominate in specific context regions.</a:t>
            </a:r>
          </a:p>
          <a:p>
            <a:pPr marL="171450" indent="-171450"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Shows reward overlaps between arms, helping to assess </a:t>
            </a:r>
            <a:r>
              <a:rPr lang="en-US" sz="1200" b="1" dirty="0">
                <a:latin typeface="Times New Roman"/>
                <a:cs typeface="Times New Roman"/>
              </a:rPr>
              <a:t>exploration difficulty</a:t>
            </a:r>
            <a:r>
              <a:rPr lang="en-US" sz="1200" dirty="0">
                <a:latin typeface="Times New Roman"/>
                <a:cs typeface="Times New Roman"/>
              </a:rPr>
              <a:t> and </a:t>
            </a:r>
            <a:r>
              <a:rPr lang="en-US" sz="1200" b="1" dirty="0">
                <a:latin typeface="Times New Roman"/>
                <a:cs typeface="Times New Roman"/>
              </a:rPr>
              <a:t>ambiguity in decision-making</a:t>
            </a:r>
            <a:r>
              <a:rPr lang="en-US" sz="1200" dirty="0">
                <a:latin typeface="Times New Roman"/>
                <a:cs typeface="Times New Roman"/>
              </a:rPr>
              <a:t>.</a:t>
            </a:r>
          </a:p>
          <a:p>
            <a:pPr marL="171450" indent="-171450"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Used to calculate and visualize </a:t>
            </a:r>
            <a:r>
              <a:rPr lang="en-US" sz="1200" b="1" dirty="0">
                <a:latin typeface="Times New Roman"/>
                <a:cs typeface="Times New Roman"/>
              </a:rPr>
              <a:t>regret, action relevance</a:t>
            </a:r>
            <a:r>
              <a:rPr lang="en-US" sz="1200" dirty="0">
                <a:latin typeface="Times New Roman"/>
                <a:cs typeface="Times New Roman"/>
              </a:rPr>
              <a:t>, and </a:t>
            </a:r>
            <a:r>
              <a:rPr lang="en-US" sz="1200" b="1" dirty="0">
                <a:latin typeface="Times New Roman"/>
                <a:cs typeface="Times New Roman"/>
              </a:rPr>
              <a:t>algorithm behavior</a:t>
            </a:r>
            <a:r>
              <a:rPr lang="en-US" sz="1200" dirty="0">
                <a:latin typeface="Times New Roman"/>
                <a:cs typeface="Times New Roman"/>
              </a:rPr>
              <a:t> across different learning phases.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B9D280-EF47-3D22-FFD5-C24B4DB90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604860"/>
            <a:ext cx="7456003" cy="239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13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1"/>
          <p:cNvSpPr/>
          <p:nvPr/>
        </p:nvSpPr>
        <p:spPr>
          <a:xfrm>
            <a:off x="7628202" y="721560"/>
            <a:ext cx="884319" cy="89588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23" name="Google Shape;923;p41"/>
          <p:cNvSpPr txBox="1"/>
          <p:nvPr/>
        </p:nvSpPr>
        <p:spPr>
          <a:xfrm>
            <a:off x="7561448" y="825506"/>
            <a:ext cx="1017829" cy="687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2800" b="1" dirty="0">
              <a:solidFill>
                <a:schemeClr val="accent4"/>
              </a:solidFill>
            </a:endParaRPr>
          </a:p>
        </p:txBody>
      </p:sp>
      <p:sp>
        <p:nvSpPr>
          <p:cNvPr id="924" name="Google Shape;924;p41"/>
          <p:cNvSpPr txBox="1"/>
          <p:nvPr/>
        </p:nvSpPr>
        <p:spPr>
          <a:xfrm>
            <a:off x="1903343" y="443847"/>
            <a:ext cx="5337313" cy="551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3500"/>
            </a:pPr>
            <a:r>
              <a:rPr lang="en-US" sz="2400" b="1" dirty="0">
                <a:solidFill>
                  <a:schemeClr val="dk1"/>
                </a:solidFill>
                <a:latin typeface="Poppins Black"/>
                <a:cs typeface="Poppins Black"/>
                <a:sym typeface="Times New Roman"/>
              </a:rPr>
              <a:t>Exploration Parameter Tuning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D3743-E7C0-8FF1-3D42-BC617FD3CC2A}"/>
              </a:ext>
            </a:extLst>
          </p:cNvPr>
          <p:cNvSpPr txBox="1"/>
          <p:nvPr/>
        </p:nvSpPr>
        <p:spPr>
          <a:xfrm>
            <a:off x="619319" y="995740"/>
            <a:ext cx="7637878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Char char="•"/>
            </a:pPr>
            <a:r>
              <a:rPr lang="en-IN" b="1" dirty="0">
                <a:latin typeface="Times New Roman"/>
              </a:rPr>
              <a:t>ε-Greedy:</a:t>
            </a:r>
            <a:endParaRPr lang="en-US" b="1">
              <a:latin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Uses fixed or decaying ε (e.g., ε = 0.1 or ε ↓ over time)</a:t>
            </a: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High ε → too much exploration, slower learning</a:t>
            </a: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Low ε → risk of premature exploitation</a:t>
            </a: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Decay strategy balances exploration-exploitation over time</a:t>
            </a:r>
          </a:p>
          <a:p>
            <a:pPr marL="285750" indent="-285750">
              <a:buChar char="•"/>
            </a:pPr>
            <a:r>
              <a:rPr lang="en-IN" b="1" dirty="0">
                <a:latin typeface="Times New Roman"/>
              </a:rPr>
              <a:t>Linear UCB:</a:t>
            </a: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Exploration governed by parameter α (confidence bound scaling)</a:t>
            </a: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Low α → not enough exploration</a:t>
            </a: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High α → over-exploration and noise sensitivity</a:t>
            </a: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Optimal performance often around α ≈ 1.0</a:t>
            </a:r>
          </a:p>
          <a:p>
            <a:pPr marL="285750" indent="-285750">
              <a:buChar char="•"/>
            </a:pPr>
            <a:r>
              <a:rPr lang="en-IN" b="1" dirty="0">
                <a:latin typeface="Times New Roman"/>
              </a:rPr>
              <a:t>Thompson Sampling (TS):</a:t>
            </a: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Exploration via posterior sampling</a:t>
            </a: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Influenced by prior distribution and reward noise variance (σ²)</a:t>
            </a: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Broad priors → strong early exploration</a:t>
            </a:r>
          </a:p>
          <a:p>
            <a:pPr marL="742950" lvl="1" indent="-285750">
              <a:buFont typeface="Courier New"/>
              <a:buChar char="o"/>
            </a:pPr>
            <a:r>
              <a:rPr lang="en-IN" dirty="0">
                <a:latin typeface="Times New Roman"/>
              </a:rPr>
              <a:t>Accurate σ² estimation improves learning stability</a:t>
            </a:r>
          </a:p>
          <a:p>
            <a:pPr marL="285750" indent="-285750"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42"/>
          <p:cNvSpPr/>
          <p:nvPr/>
        </p:nvSpPr>
        <p:spPr>
          <a:xfrm>
            <a:off x="7628202" y="721560"/>
            <a:ext cx="884319" cy="89588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32" name="Google Shape;932;p42"/>
          <p:cNvSpPr txBox="1"/>
          <p:nvPr/>
        </p:nvSpPr>
        <p:spPr>
          <a:xfrm>
            <a:off x="7561448" y="825506"/>
            <a:ext cx="1017829" cy="687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2800" b="1" dirty="0">
              <a:solidFill>
                <a:schemeClr val="accent4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FB779F-0F1B-65D8-B19F-B2B22E8192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353623"/>
              </p:ext>
            </p:extLst>
          </p:nvPr>
        </p:nvGraphicFramePr>
        <p:xfrm>
          <a:off x="1139526" y="1186747"/>
          <a:ext cx="6470139" cy="2560320"/>
        </p:xfrm>
        <a:graphic>
          <a:graphicData uri="http://schemas.openxmlformats.org/drawingml/2006/table">
            <a:tbl>
              <a:tblPr firstRow="1" bandRow="1" bandCol="1">
                <a:tableStyleId>{21479689-13DA-47DF-A2C5-C286E536CC01}</a:tableStyleId>
              </a:tblPr>
              <a:tblGrid>
                <a:gridCol w="1605479">
                  <a:extLst>
                    <a:ext uri="{9D8B030D-6E8A-4147-A177-3AD203B41FA5}">
                      <a16:colId xmlns:a16="http://schemas.microsoft.com/office/drawing/2014/main" val="658587847"/>
                    </a:ext>
                  </a:extLst>
                </a:gridCol>
                <a:gridCol w="1605479">
                  <a:extLst>
                    <a:ext uri="{9D8B030D-6E8A-4147-A177-3AD203B41FA5}">
                      <a16:colId xmlns:a16="http://schemas.microsoft.com/office/drawing/2014/main" val="1949548528"/>
                    </a:ext>
                  </a:extLst>
                </a:gridCol>
                <a:gridCol w="1605479">
                  <a:extLst>
                    <a:ext uri="{9D8B030D-6E8A-4147-A177-3AD203B41FA5}">
                      <a16:colId xmlns:a16="http://schemas.microsoft.com/office/drawing/2014/main" val="2304814019"/>
                    </a:ext>
                  </a:extLst>
                </a:gridCol>
                <a:gridCol w="1653702">
                  <a:extLst>
                    <a:ext uri="{9D8B030D-6E8A-4147-A177-3AD203B41FA5}">
                      <a16:colId xmlns:a16="http://schemas.microsoft.com/office/drawing/2014/main" val="104996409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/>
                          <a:cs typeface="Times New Roman"/>
                        </a:rPr>
                        <a:t>Algorithm</a:t>
                      </a:r>
                      <a:endParaRPr lang="en-IN" sz="1400" b="1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/>
                          <a:cs typeface="Times New Roman"/>
                        </a:rPr>
                        <a:t>Parameter</a:t>
                      </a:r>
                      <a:endParaRPr lang="en-IN" sz="1400" b="1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/>
                          <a:cs typeface="Times New Roman"/>
                        </a:rPr>
                        <a:t>Role</a:t>
                      </a:r>
                      <a:endParaRPr lang="en-IN" sz="1400" b="1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Times New Roman"/>
                          <a:cs typeface="Times New Roman"/>
                        </a:rPr>
                        <a:t>Sensitivity Impact</a:t>
                      </a:r>
                      <a:endParaRPr lang="en-IN" sz="1400" b="1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98844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ε-Greedy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l-G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exploration rate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ε delays learning; low ε may lock into suboptimal arms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362756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/>
                          <a:cs typeface="Times New Roman"/>
                        </a:rPr>
                        <a:t>Linear UCB</a:t>
                      </a:r>
                      <a:endParaRPr lang="en-IN" sz="1400" dirty="0">
                        <a:effectLst/>
                        <a:latin typeface="Times New Roman"/>
                        <a:ea typeface="Aptos" panose="020B0004020202020204" pitchFamily="34" charset="0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l-GR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Confidence interval scaling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α reduces learning; high α causes over-exploration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901453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Thompson Sampling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Prior, σ²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Posterior sampling noise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80"/>
                        </a:spcBef>
                        <a:spcAft>
                          <a:spcPts val="18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Misestimated priors affect convergence and accuracy</a:t>
                      </a:r>
                      <a:endParaRPr lang="en-IN" sz="14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5026686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E822F2E-EDF1-E79E-EB91-261C01CA3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17" y="706166"/>
            <a:ext cx="76111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Sensitivity Summary Table: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44"/>
          <p:cNvSpPr txBox="1"/>
          <p:nvPr/>
        </p:nvSpPr>
        <p:spPr>
          <a:xfrm>
            <a:off x="715050" y="1248737"/>
            <a:ext cx="7713900" cy="1015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150000"/>
              </a:lnSpc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Linear UCB</a:t>
            </a:r>
            <a:r>
              <a:rPr lang="en-US" sz="1200" dirty="0">
                <a:latin typeface="Times New Roman"/>
                <a:cs typeface="Times New Roman"/>
              </a:rPr>
              <a:t> shows the </a:t>
            </a:r>
            <a:r>
              <a:rPr lang="en-US" sz="1200" b="1" dirty="0">
                <a:latin typeface="Times New Roman"/>
                <a:cs typeface="Times New Roman"/>
              </a:rPr>
              <a:t>lowest cumulative regret</a:t>
            </a:r>
            <a:r>
              <a:rPr lang="en-US" sz="1200" dirty="0">
                <a:latin typeface="Times New Roman"/>
                <a:cs typeface="Times New Roman"/>
              </a:rPr>
              <a:t>, indicating fast, stable learning.</a:t>
            </a:r>
            <a:endParaRPr lang="en-IN" sz="1200">
              <a:latin typeface="Times New Roman"/>
              <a:cs typeface="Times New Roman"/>
            </a:endParaRPr>
          </a:p>
          <a:p>
            <a:pPr marL="171450" lvl="0" indent="-171450">
              <a:lnSpc>
                <a:spcPct val="150000"/>
              </a:lnSpc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Thompson Sampling</a:t>
            </a:r>
            <a:r>
              <a:rPr lang="en-US" sz="1200" dirty="0">
                <a:latin typeface="Times New Roman"/>
                <a:cs typeface="Times New Roman"/>
              </a:rPr>
              <a:t> starts with high variance but catches up effectively.</a:t>
            </a:r>
            <a:endParaRPr lang="en-IN" sz="1200">
              <a:latin typeface="Times New Roman"/>
              <a:cs typeface="Times New Roman"/>
            </a:endParaRPr>
          </a:p>
          <a:p>
            <a:pPr marL="171450" lvl="0" indent="-171450">
              <a:lnSpc>
                <a:spcPct val="150000"/>
              </a:lnSpc>
              <a:buChar char="•"/>
            </a:pPr>
            <a:r>
              <a:rPr lang="en-US" sz="1200" b="1" dirty="0">
                <a:latin typeface="Times New Roman"/>
                <a:cs typeface="Times New Roman"/>
              </a:rPr>
              <a:t>ε-Greedy</a:t>
            </a:r>
            <a:r>
              <a:rPr lang="en-US" sz="1200" dirty="0">
                <a:latin typeface="Times New Roman"/>
                <a:cs typeface="Times New Roman"/>
              </a:rPr>
              <a:t> shows higher regret, especially with fixed ε, due to less adaptive exploration.</a:t>
            </a:r>
            <a:endParaRPr lang="en-IN" sz="1200">
              <a:latin typeface="Times New Roman"/>
              <a:cs typeface="Times New Roman"/>
            </a:endParaRPr>
          </a:p>
        </p:txBody>
      </p:sp>
      <p:sp>
        <p:nvSpPr>
          <p:cNvPr id="951" name="Google Shape;951;p44"/>
          <p:cNvSpPr/>
          <p:nvPr/>
        </p:nvSpPr>
        <p:spPr>
          <a:xfrm>
            <a:off x="7694957" y="549563"/>
            <a:ext cx="884319" cy="895887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52" name="Google Shape;952;p44"/>
          <p:cNvSpPr txBox="1"/>
          <p:nvPr/>
        </p:nvSpPr>
        <p:spPr>
          <a:xfrm>
            <a:off x="7694957" y="757461"/>
            <a:ext cx="1084508" cy="687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sz="2800" b="1" dirty="0">
              <a:solidFill>
                <a:schemeClr val="accent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AAE19-64AF-2010-47BB-28FC8F617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478" y="2376099"/>
            <a:ext cx="5327269" cy="23576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549B599-5015-031B-8470-77A5A3B57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2" y="535000"/>
            <a:ext cx="7713900" cy="710700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sz="2400" b="1" dirty="0">
                <a:cs typeface="Times New Roman"/>
              </a:rPr>
              <a:t>Results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5"/>
          <p:cNvSpPr/>
          <p:nvPr/>
        </p:nvSpPr>
        <p:spPr>
          <a:xfrm rot="10800000">
            <a:off x="356225" y="4124090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61" name="Google Shape;961;p45"/>
          <p:cNvSpPr/>
          <p:nvPr/>
        </p:nvSpPr>
        <p:spPr>
          <a:xfrm>
            <a:off x="7499777" y="338991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56B18-8B76-631B-0554-A7DF514067C4}"/>
              </a:ext>
            </a:extLst>
          </p:cNvPr>
          <p:cNvSpPr txBox="1"/>
          <p:nvPr/>
        </p:nvSpPr>
        <p:spPr>
          <a:xfrm>
            <a:off x="1123150" y="1262012"/>
            <a:ext cx="7245598" cy="2893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US" dirty="0">
                <a:latin typeface="Times New Roman"/>
              </a:rPr>
              <a:t>This study provides a comparative analysis of </a:t>
            </a:r>
            <a:r>
              <a:rPr lang="en-US" b="1" dirty="0">
                <a:latin typeface="Times New Roman"/>
              </a:rPr>
              <a:t>ε-Greedy</a:t>
            </a:r>
            <a:r>
              <a:rPr lang="en-US" dirty="0">
                <a:latin typeface="Times New Roman"/>
              </a:rPr>
              <a:t>, </a:t>
            </a:r>
            <a:r>
              <a:rPr lang="en-US" b="1" dirty="0">
                <a:latin typeface="Times New Roman"/>
              </a:rPr>
              <a:t>Linear UCB</a:t>
            </a:r>
            <a:r>
              <a:rPr lang="en-US" dirty="0">
                <a:latin typeface="Times New Roman"/>
              </a:rPr>
              <a:t>, and </a:t>
            </a:r>
            <a:r>
              <a:rPr lang="en-US" b="1" dirty="0">
                <a:latin typeface="Times New Roman"/>
              </a:rPr>
              <a:t>Thompson Sampling</a:t>
            </a:r>
            <a:r>
              <a:rPr lang="en-US" dirty="0">
                <a:latin typeface="Times New Roman"/>
              </a:rPr>
              <a:t> within a controlled contextual bandit framework. Key findings highlight that </a:t>
            </a:r>
            <a:r>
              <a:rPr lang="en-US" b="1" dirty="0">
                <a:latin typeface="Times New Roman"/>
              </a:rPr>
              <a:t>Linear UCB</a:t>
            </a:r>
            <a:r>
              <a:rPr lang="en-US" dirty="0">
                <a:latin typeface="Times New Roman"/>
              </a:rPr>
              <a:t> offers the best balance between exploration and exploitation, </a:t>
            </a:r>
            <a:r>
              <a:rPr lang="en-US" b="1" dirty="0">
                <a:latin typeface="Times New Roman"/>
              </a:rPr>
              <a:t>Thompson Sampling</a:t>
            </a:r>
            <a:r>
              <a:rPr lang="en-US" dirty="0">
                <a:latin typeface="Times New Roman"/>
              </a:rPr>
              <a:t> adapts well over time through Bayesian reasoning, and </a:t>
            </a:r>
            <a:r>
              <a:rPr lang="en-US" b="1" dirty="0">
                <a:latin typeface="Times New Roman"/>
              </a:rPr>
              <a:t>ε-Greedy</a:t>
            </a:r>
            <a:r>
              <a:rPr lang="en-US" dirty="0">
                <a:latin typeface="Times New Roman"/>
              </a:rPr>
              <a:t>, while simple, lacks adaptability.</a:t>
            </a:r>
          </a:p>
          <a:p>
            <a:pPr>
              <a:buNone/>
            </a:pPr>
            <a:r>
              <a:rPr lang="en-US" dirty="0">
                <a:latin typeface="Times New Roman"/>
              </a:rPr>
              <a:t>These insights have practical relevance for </a:t>
            </a:r>
            <a:r>
              <a:rPr lang="en-US" b="1" dirty="0">
                <a:latin typeface="Times New Roman"/>
              </a:rPr>
              <a:t>real-world applications</a:t>
            </a:r>
            <a:r>
              <a:rPr lang="en-US" dirty="0">
                <a:latin typeface="Times New Roman"/>
              </a:rPr>
              <a:t> like personalized recommendations, online A/B testing, clinical decision-making, and adaptive pricing.</a:t>
            </a:r>
          </a:p>
          <a:p>
            <a:endParaRPr lang="en-US" b="1" dirty="0">
              <a:latin typeface="Times New Roman"/>
            </a:endParaRPr>
          </a:p>
          <a:p>
            <a:pPr>
              <a:buNone/>
            </a:pPr>
            <a:r>
              <a:rPr lang="en-US" b="1" dirty="0">
                <a:latin typeface="Times New Roman"/>
              </a:rPr>
              <a:t>For future work, we propose: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</a:rPr>
              <a:t>Using </a:t>
            </a:r>
            <a:r>
              <a:rPr lang="en-US" b="1" dirty="0">
                <a:latin typeface="Times New Roman"/>
              </a:rPr>
              <a:t>dynamic exploration parameters</a:t>
            </a:r>
            <a:r>
              <a:rPr lang="en-US" dirty="0">
                <a:latin typeface="Times New Roman"/>
              </a:rPr>
              <a:t> (adaptive ε or α) to handle non-stationary environments.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</a:rPr>
              <a:t>Extending to </a:t>
            </a:r>
            <a:r>
              <a:rPr lang="en-US" b="1" dirty="0">
                <a:latin typeface="Times New Roman"/>
              </a:rPr>
              <a:t>Deep Contextual Bandits</a:t>
            </a:r>
            <a:r>
              <a:rPr lang="en-US" dirty="0">
                <a:latin typeface="Times New Roman"/>
              </a:rPr>
              <a:t> with neural networks to capture complex, non-linear reward structures.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</a:rPr>
              <a:t>Applying these algorithms on real-world datasets to test scalability and robustness in production systems.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1C111-7A35-5E64-69C0-6C4A5328A2E1}"/>
              </a:ext>
            </a:extLst>
          </p:cNvPr>
          <p:cNvSpPr txBox="1"/>
          <p:nvPr/>
        </p:nvSpPr>
        <p:spPr>
          <a:xfrm>
            <a:off x="2286000" y="419886"/>
            <a:ext cx="45720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210A26"/>
                </a:solidFill>
                <a:latin typeface="Poppins Black"/>
                <a:cs typeface="Poppins Black"/>
              </a:rPr>
              <a:t>Conclusion &amp; Future Work</a:t>
            </a:r>
            <a:endParaRPr lang="en-US" sz="2400" b="1" dirty="0">
              <a:solidFill>
                <a:srgbClr val="210A26"/>
              </a:solidFill>
              <a:latin typeface="Poppins Black"/>
              <a:ea typeface="Aptos" panose="020B0004020202020204" pitchFamily="34" charset="0"/>
              <a:cs typeface="Poppins Black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96"/>
          <p:cNvSpPr txBox="1">
            <a:spLocks noGrp="1"/>
          </p:cNvSpPr>
          <p:nvPr>
            <p:ph type="title"/>
          </p:nvPr>
        </p:nvSpPr>
        <p:spPr>
          <a:xfrm>
            <a:off x="691515" y="1630683"/>
            <a:ext cx="8031480" cy="2084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8000"/>
              <a:t>THANK YOU</a:t>
            </a:r>
            <a:endParaRPr sz="8000"/>
          </a:p>
        </p:txBody>
      </p:sp>
      <p:sp>
        <p:nvSpPr>
          <p:cNvPr id="1491" name="Google Shape;1491;p96"/>
          <p:cNvSpPr/>
          <p:nvPr/>
        </p:nvSpPr>
        <p:spPr>
          <a:xfrm>
            <a:off x="6955277" y="3198503"/>
            <a:ext cx="2188668" cy="1945017"/>
          </a:xfrm>
          <a:custGeom>
            <a:avLst/>
            <a:gdLst/>
            <a:ahLst/>
            <a:cxnLst/>
            <a:rect l="l" t="t" r="r" b="b"/>
            <a:pathLst>
              <a:path w="67892" h="60334" extrusionOk="0">
                <a:moveTo>
                  <a:pt x="40065" y="0"/>
                </a:moveTo>
                <a:cubicBezTo>
                  <a:pt x="29635" y="0"/>
                  <a:pt x="18295" y="2594"/>
                  <a:pt x="9925" y="11430"/>
                </a:cubicBezTo>
                <a:cubicBezTo>
                  <a:pt x="9172" y="12224"/>
                  <a:pt x="8479" y="13096"/>
                  <a:pt x="7843" y="14035"/>
                </a:cubicBezTo>
                <a:cubicBezTo>
                  <a:pt x="7800" y="14099"/>
                  <a:pt x="7759" y="14161"/>
                  <a:pt x="7716" y="14225"/>
                </a:cubicBezTo>
                <a:cubicBezTo>
                  <a:pt x="0" y="25889"/>
                  <a:pt x="1051" y="47717"/>
                  <a:pt x="10852" y="60333"/>
                </a:cubicBezTo>
                <a:lnTo>
                  <a:pt x="65912" y="60309"/>
                </a:lnTo>
                <a:cubicBezTo>
                  <a:pt x="67000" y="60309"/>
                  <a:pt x="67880" y="59429"/>
                  <a:pt x="67880" y="58342"/>
                </a:cubicBezTo>
                <a:lnTo>
                  <a:pt x="67892" y="5246"/>
                </a:lnTo>
                <a:cubicBezTo>
                  <a:pt x="67784" y="5202"/>
                  <a:pt x="54837" y="0"/>
                  <a:pt x="400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492" name="Google Shape;1492;p96"/>
          <p:cNvSpPr/>
          <p:nvPr/>
        </p:nvSpPr>
        <p:spPr>
          <a:xfrm rot="10800000">
            <a:off x="-78619" y="5085"/>
            <a:ext cx="2188668" cy="1945017"/>
          </a:xfrm>
          <a:custGeom>
            <a:avLst/>
            <a:gdLst/>
            <a:ahLst/>
            <a:cxnLst/>
            <a:rect l="l" t="t" r="r" b="b"/>
            <a:pathLst>
              <a:path w="67892" h="60334" extrusionOk="0">
                <a:moveTo>
                  <a:pt x="40065" y="0"/>
                </a:moveTo>
                <a:cubicBezTo>
                  <a:pt x="29635" y="0"/>
                  <a:pt x="18295" y="2594"/>
                  <a:pt x="9925" y="11430"/>
                </a:cubicBezTo>
                <a:cubicBezTo>
                  <a:pt x="9172" y="12224"/>
                  <a:pt x="8479" y="13096"/>
                  <a:pt x="7843" y="14035"/>
                </a:cubicBezTo>
                <a:cubicBezTo>
                  <a:pt x="7800" y="14099"/>
                  <a:pt x="7759" y="14161"/>
                  <a:pt x="7716" y="14225"/>
                </a:cubicBezTo>
                <a:cubicBezTo>
                  <a:pt x="0" y="25889"/>
                  <a:pt x="1051" y="47717"/>
                  <a:pt x="10852" y="60333"/>
                </a:cubicBezTo>
                <a:lnTo>
                  <a:pt x="65912" y="60309"/>
                </a:lnTo>
                <a:cubicBezTo>
                  <a:pt x="67000" y="60309"/>
                  <a:pt x="67880" y="59429"/>
                  <a:pt x="67880" y="58342"/>
                </a:cubicBezTo>
                <a:lnTo>
                  <a:pt x="67892" y="5246"/>
                </a:lnTo>
                <a:cubicBezTo>
                  <a:pt x="67784" y="5202"/>
                  <a:pt x="54837" y="0"/>
                  <a:pt x="4006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>
          <a:extLst>
            <a:ext uri="{FF2B5EF4-FFF2-40B4-BE49-F238E27FC236}">
              <a16:creationId xmlns:a16="http://schemas.microsoft.com/office/drawing/2014/main" id="{6CCC3403-38FE-BFA6-76BD-44DBE4949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45">
            <a:extLst>
              <a:ext uri="{FF2B5EF4-FFF2-40B4-BE49-F238E27FC236}">
                <a16:creationId xmlns:a16="http://schemas.microsoft.com/office/drawing/2014/main" id="{00185DC3-3B1A-318A-5CE5-5E6092F5F2FD}"/>
              </a:ext>
            </a:extLst>
          </p:cNvPr>
          <p:cNvSpPr/>
          <p:nvPr/>
        </p:nvSpPr>
        <p:spPr>
          <a:xfrm rot="10800000">
            <a:off x="356225" y="4124090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61" name="Google Shape;961;p45">
            <a:extLst>
              <a:ext uri="{FF2B5EF4-FFF2-40B4-BE49-F238E27FC236}">
                <a16:creationId xmlns:a16="http://schemas.microsoft.com/office/drawing/2014/main" id="{33900D58-ED1E-9E16-FF18-91035D6A3B70}"/>
              </a:ext>
            </a:extLst>
          </p:cNvPr>
          <p:cNvSpPr/>
          <p:nvPr/>
        </p:nvSpPr>
        <p:spPr>
          <a:xfrm>
            <a:off x="7499777" y="338991"/>
            <a:ext cx="1287977" cy="685011"/>
          </a:xfrm>
          <a:custGeom>
            <a:avLst/>
            <a:gdLst/>
            <a:ahLst/>
            <a:cxnLst/>
            <a:rect l="l" t="t" r="r" b="b"/>
            <a:pathLst>
              <a:path w="30174" h="16049" extrusionOk="0">
                <a:moveTo>
                  <a:pt x="1" y="1"/>
                </a:moveTo>
                <a:cubicBezTo>
                  <a:pt x="7986" y="12278"/>
                  <a:pt x="19203" y="16049"/>
                  <a:pt x="28402" y="16049"/>
                </a:cubicBezTo>
                <a:cubicBezTo>
                  <a:pt x="29002" y="16049"/>
                  <a:pt x="29593" y="16033"/>
                  <a:pt x="30174" y="16002"/>
                </a:cubicBezTo>
                <a:lnTo>
                  <a:pt x="30174" y="2248"/>
                </a:lnTo>
                <a:cubicBezTo>
                  <a:pt x="30174" y="1007"/>
                  <a:pt x="29168" y="1"/>
                  <a:pt x="2792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E55EE-2B30-BA14-2A1A-CC2DC0AF778F}"/>
              </a:ext>
            </a:extLst>
          </p:cNvPr>
          <p:cNvSpPr txBox="1"/>
          <p:nvPr/>
        </p:nvSpPr>
        <p:spPr>
          <a:xfrm>
            <a:off x="998911" y="1286860"/>
            <a:ext cx="7245598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Char char="•"/>
            </a:pPr>
            <a:r>
              <a:rPr lang="en-US" sz="1200">
                <a:solidFill>
                  <a:schemeClr val="tx1"/>
                </a:solidFill>
                <a:latin typeface="Times New Roman"/>
              </a:rPr>
              <a:t>O. A. Hanna, L. F. Yang, C. </a:t>
            </a:r>
            <a:r>
              <a:rPr lang="en-US" sz="1200" err="1">
                <a:solidFill>
                  <a:schemeClr val="tx1"/>
                </a:solidFill>
                <a:latin typeface="Times New Roman"/>
              </a:rPr>
              <a:t>Fragouli</a:t>
            </a:r>
            <a:r>
              <a:rPr lang="en-US" sz="1200">
                <a:solidFill>
                  <a:schemeClr val="tx1"/>
                </a:solidFill>
                <a:latin typeface="Times New Roman"/>
              </a:rPr>
              <a:t>, G. Neu, and L. Rosasco, "Contexts can be Cheap: Solving Stochastic Contextual Bandits with Linear Bandit Algorithms," Jul. 12, 2023, PMLR. Accessed: May 30, 2025. [Online]. Available: </a:t>
            </a:r>
            <a:r>
              <a:rPr lang="en-US" sz="1200" dirty="0">
                <a:solidFill>
                  <a:schemeClr val="tx1"/>
                </a:solidFill>
                <a:latin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https://proceedings.mlr.press/v195/hanna23a</a:t>
            </a:r>
            <a:r>
              <a:rPr lang="en-US" sz="1200">
                <a:solidFill>
                  <a:schemeClr val="tx1"/>
                </a:solidFill>
                <a:latin typeface="Times New Roman"/>
              </a:rPr>
              <a:t> (Covers contextual bandit framework &amp; linear bandits)</a:t>
            </a:r>
          </a:p>
          <a:p>
            <a:pPr marL="171450" indent="-171450">
              <a:buChar char="•"/>
            </a:pPr>
            <a:endParaRPr lang="en-US" sz="1200" dirty="0">
              <a:latin typeface="Times New Roman"/>
            </a:endParaRPr>
          </a:p>
          <a:p>
            <a:pPr marL="171450" indent="-171450"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/>
              </a:rPr>
              <a:t>A. Elwood, M. Leonardi, A. Mohamed, and A. Rozza, "Maximum Entropy Exploration in Contextual Bandits with Neural Networks and Energy Based Models," Entropy, vol. 25, no. 2, p. 188, Jan. 2023, </a:t>
            </a:r>
            <a:r>
              <a:rPr lang="en-US" sz="1200" dirty="0" err="1">
                <a:solidFill>
                  <a:schemeClr val="tx1"/>
                </a:solidFill>
                <a:latin typeface="Times New Roman"/>
              </a:rPr>
              <a:t>doi</a:t>
            </a:r>
            <a:r>
              <a:rPr lang="en-US" sz="1200" dirty="0">
                <a:solidFill>
                  <a:schemeClr val="tx1"/>
                </a:solidFill>
                <a:latin typeface="Times New Roman"/>
              </a:rPr>
              <a:t>: 10.3390/E25020188 (Exploration-exploitation strategies)</a:t>
            </a:r>
          </a:p>
          <a:p>
            <a:pPr marL="171450" indent="-171450">
              <a:buChar char="•"/>
            </a:pPr>
            <a:endParaRPr lang="en-US" sz="1200" dirty="0">
              <a:latin typeface="Times New Roman"/>
            </a:endParaRPr>
          </a:p>
          <a:p>
            <a:pPr marL="171450" indent="-171450"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/>
              </a:rPr>
              <a:t>[M. Pancini, "Enhancing Data Preparation with Adaptive Learning: A Contextual Bandit Approach for Recommender Systems," DEGREE PROJECT IN TECHNOLOGY, 2024, Accessed: May 30, 2025. [Online].(Recommender system applications)</a:t>
            </a:r>
          </a:p>
          <a:p>
            <a:pPr marL="171450" indent="-171450">
              <a:buChar char="•"/>
            </a:pPr>
            <a:endParaRPr lang="en-US" sz="1200" dirty="0">
              <a:solidFill>
                <a:schemeClr val="tx1"/>
              </a:solidFill>
              <a:latin typeface="Times New Roman"/>
            </a:endParaRPr>
          </a:p>
          <a:p>
            <a:pPr marL="171450" indent="-171450"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/>
              </a:rPr>
              <a:t>Y. </a:t>
            </a:r>
            <a:r>
              <a:rPr lang="en-US" sz="1200" dirty="0" err="1">
                <a:solidFill>
                  <a:schemeClr val="tx1"/>
                </a:solidFill>
                <a:latin typeface="Times New Roman"/>
              </a:rPr>
              <a:t>Varatharajah</a:t>
            </a:r>
            <a:r>
              <a:rPr lang="en-US" sz="1200" dirty="0">
                <a:solidFill>
                  <a:schemeClr val="tx1"/>
                </a:solidFill>
                <a:latin typeface="Times New Roman"/>
              </a:rPr>
              <a:t> and B. Berry, "A Contextual-Bandit-Based Approach for Informed Decision-Making in Clinical Trials," Life, vol. 12, no. 8, p. 1277, Aug. 2022, </a:t>
            </a:r>
            <a:r>
              <a:rPr lang="en-US" sz="1200" dirty="0" err="1">
                <a:solidFill>
                  <a:schemeClr val="tx1"/>
                </a:solidFill>
                <a:latin typeface="Times New Roman"/>
              </a:rPr>
              <a:t>doi</a:t>
            </a:r>
            <a:r>
              <a:rPr lang="en-US" sz="1200" dirty="0">
                <a:solidFill>
                  <a:schemeClr val="tx1"/>
                </a:solidFill>
                <a:latin typeface="Times New Roman"/>
              </a:rPr>
              <a:t>: 10.3390/LIFE12081277 (Healthcare applications)</a:t>
            </a:r>
          </a:p>
          <a:p>
            <a:pPr marL="171450" indent="-171450">
              <a:buChar char="•"/>
            </a:pPr>
            <a:endParaRPr lang="en-US" sz="1200" dirty="0">
              <a:latin typeface="Times New Roman"/>
            </a:endParaRPr>
          </a:p>
          <a:p>
            <a:pPr marL="171450" indent="-171450">
              <a:buChar char="•"/>
            </a:pPr>
            <a:endParaRPr lang="en-US" sz="1200" dirty="0">
              <a:latin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07D07-6E96-68F7-379A-8A5ED603BFA8}"/>
              </a:ext>
            </a:extLst>
          </p:cNvPr>
          <p:cNvSpPr txBox="1"/>
          <p:nvPr/>
        </p:nvSpPr>
        <p:spPr>
          <a:xfrm>
            <a:off x="2286000" y="479521"/>
            <a:ext cx="4572000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solidFill>
                  <a:srgbClr val="210A26"/>
                </a:solidFill>
                <a:latin typeface="Poppins Black"/>
                <a:cs typeface="Poppins Black"/>
              </a:rPr>
              <a:t>References</a:t>
            </a:r>
            <a:r>
              <a:rPr lang="en-US" sz="2800" b="1" dirty="0">
                <a:latin typeface="Times New Roman"/>
                <a:cs typeface="Times New Roman"/>
              </a:rPr>
              <a:t> </a:t>
            </a:r>
            <a:endParaRPr lang="en-US" sz="2400" b="1" dirty="0">
              <a:solidFill>
                <a:srgbClr val="210A26"/>
              </a:solidFill>
              <a:latin typeface="Poppins Black"/>
              <a:cs typeface="Poppins Black"/>
            </a:endParaRPr>
          </a:p>
          <a:p>
            <a:endParaRPr lang="en-US" sz="28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0000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4F1FFB-CD99-08EC-D3C4-E06D4885A40A}"/>
              </a:ext>
            </a:extLst>
          </p:cNvPr>
          <p:cNvSpPr txBox="1"/>
          <p:nvPr/>
        </p:nvSpPr>
        <p:spPr>
          <a:xfrm>
            <a:off x="536742" y="680573"/>
            <a:ext cx="7841945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C. Wang, L. Shi, and J. Luo, "Adaptive Noise Exploration for Neural Contextual Multi-Armed Bandits," Algorithms, vol. 18, no. 2, p. 56, Jan. 2025, </a:t>
            </a:r>
            <a:r>
              <a:rPr lang="en-US" sz="1200" dirty="0" err="1">
                <a:latin typeface="Times New Roman"/>
                <a:cs typeface="Times New Roman"/>
              </a:rPr>
              <a:t>doi</a:t>
            </a:r>
            <a:r>
              <a:rPr lang="en-US" sz="1200" dirty="0">
                <a:latin typeface="Times New Roman"/>
                <a:cs typeface="Times New Roman"/>
              </a:rPr>
              <a:t>: 10.3390/A18020056 (Experimental noise modeling)</a:t>
            </a:r>
            <a:endParaRPr lang="en-US" dirty="0"/>
          </a:p>
          <a:p>
            <a:pPr marL="171450" indent="-171450">
              <a:buChar char="•"/>
            </a:pPr>
            <a:endParaRPr lang="en-US" sz="1200" dirty="0">
              <a:latin typeface="Times New Roman"/>
            </a:endParaRPr>
          </a:p>
          <a:p>
            <a:pPr marL="171450" indent="-171450"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"Comparing bandit algorithms in static and changing environments | TU Delft Repository." Accessed: May 30, 2025. [Online]. Available: </a:t>
            </a:r>
            <a:r>
              <a:rPr lang="en-US" sz="1200" dirty="0">
                <a:latin typeface="Times New Roman"/>
                <a:cs typeface="Times New Roman"/>
                <a:hlinkClick r:id="rId2"/>
              </a:rPr>
              <a:t>https://repository.tudelft.nl/record/uuid:9886f249-60dc-4d69-8055-49edf5b4350a</a:t>
            </a:r>
            <a:r>
              <a:rPr lang="en-US" sz="1200" dirty="0">
                <a:latin typeface="Times New Roman"/>
                <a:cs typeface="Times New Roman"/>
              </a:rPr>
              <a:t> (Algorithm comparisons in experiments)</a:t>
            </a:r>
          </a:p>
          <a:p>
            <a:pPr marL="171450" indent="-171450">
              <a:buChar char="•"/>
            </a:pPr>
            <a:endParaRPr lang="en-US" sz="1200" dirty="0">
              <a:latin typeface="Times New Roman"/>
            </a:endParaRPr>
          </a:p>
          <a:p>
            <a:pPr marL="171450" indent="-171450"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H. Tran-Dang, K. H. Kwon, and D. S. Kim, "Bandit Learning-Based Distributed Computation in Fog Computing Networks: A Survey," IEEE Access, vol. 11, pp. 104763–104774, 2023, </a:t>
            </a:r>
            <a:r>
              <a:rPr lang="en-US" sz="1200" dirty="0" err="1">
                <a:latin typeface="Times New Roman"/>
                <a:cs typeface="Times New Roman"/>
              </a:rPr>
              <a:t>doi</a:t>
            </a:r>
            <a:r>
              <a:rPr lang="en-US" sz="1200" dirty="0">
                <a:latin typeface="Times New Roman"/>
                <a:cs typeface="Times New Roman"/>
              </a:rPr>
              <a:t>: 10.1109/ACCESS.2023.3314889 (IoT applications)</a:t>
            </a:r>
          </a:p>
          <a:p>
            <a:pPr marL="171450" indent="-171450">
              <a:buChar char="•"/>
            </a:pPr>
            <a:endParaRPr lang="en-US" sz="1200" dirty="0">
              <a:latin typeface="Times New Roman"/>
            </a:endParaRPr>
          </a:p>
          <a:p>
            <a:pPr marL="171450" indent="-171450"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J. Zheng, H. Gao, H. Dai, Z. Zheng, and F. Wu, "Neural Contextual Combinatorial Bandit under Non-stationary Environment," Proc. IEEE ICDM, pp. 878–887, 2023, </a:t>
            </a:r>
            <a:r>
              <a:rPr lang="en-US" sz="1200" dirty="0" err="1">
                <a:latin typeface="Times New Roman"/>
                <a:cs typeface="Times New Roman"/>
              </a:rPr>
              <a:t>doi</a:t>
            </a:r>
            <a:r>
              <a:rPr lang="en-US" sz="1200" dirty="0">
                <a:latin typeface="Times New Roman"/>
                <a:cs typeface="Times New Roman"/>
              </a:rPr>
              <a:t>: 10.1109/ICDM58522.2023.00097 (Non-stationary environments for future work)</a:t>
            </a:r>
          </a:p>
          <a:p>
            <a:pPr marL="171450" indent="-171450">
              <a:buChar char="•"/>
            </a:pPr>
            <a:endParaRPr lang="en-US" sz="1200" dirty="0">
              <a:latin typeface="Times New Roman"/>
            </a:endParaRPr>
          </a:p>
          <a:p>
            <a:pPr marL="171450" indent="-171450"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Y. Ban, Y. Yan, A. Banerjee, and J. He, "Neural Exploitation and Exploration of Contextual Bandits," May 2023, Accessed: May 30, 2025. [Online]. Available: </a:t>
            </a:r>
            <a:r>
              <a:rPr lang="en-US" sz="1200" dirty="0">
                <a:latin typeface="Times New Roman"/>
                <a:cs typeface="Times New Roman"/>
                <a:hlinkClick r:id="rId3"/>
              </a:rPr>
              <a:t>https://arxiv.org/pdf/2305.03784</a:t>
            </a:r>
            <a:r>
              <a:rPr lang="en-US" sz="1200" dirty="0">
                <a:latin typeface="Times New Roman"/>
                <a:cs typeface="Times New Roman"/>
              </a:rPr>
              <a:t> (Deep contextual bandits for future work)</a:t>
            </a:r>
          </a:p>
          <a:p>
            <a:pPr marL="171450" indent="-171450">
              <a:buChar char="•"/>
            </a:pPr>
            <a:endParaRPr lang="en-US" sz="1200" dirty="0">
              <a:latin typeface="Times New Roman"/>
            </a:endParaRPr>
          </a:p>
          <a:p>
            <a:pPr marL="171450" indent="-171450">
              <a:buChar char="•"/>
            </a:pPr>
            <a:r>
              <a:rPr lang="en-US" sz="1200" dirty="0">
                <a:latin typeface="Times New Roman"/>
                <a:cs typeface="Times New Roman"/>
              </a:rPr>
              <a:t>Z. Tian, "Bandit Algorithms for Advertising Optimization: A Comparative Study," ITM Web Conf., vol. 73, p. 01019, Feb. 2025, </a:t>
            </a:r>
            <a:r>
              <a:rPr lang="en-US" sz="1200" dirty="0" err="1">
                <a:latin typeface="Times New Roman"/>
                <a:cs typeface="Times New Roman"/>
              </a:rPr>
              <a:t>doi</a:t>
            </a:r>
            <a:r>
              <a:rPr lang="en-US" sz="1200" dirty="0">
                <a:latin typeface="Times New Roman"/>
                <a:cs typeface="Times New Roman"/>
              </a:rPr>
              <a:t>: 10.1051/ITMCONF/20257301019 (Advertising applications)</a:t>
            </a:r>
          </a:p>
        </p:txBody>
      </p:sp>
    </p:spTree>
    <p:extLst>
      <p:ext uri="{BB962C8B-B14F-4D97-AF65-F5344CB8AC3E}">
        <p14:creationId xmlns:p14="http://schemas.microsoft.com/office/powerpoint/2010/main" val="2695273569"/>
      </p:ext>
    </p:extLst>
  </p:cSld>
  <p:clrMapOvr>
    <a:masterClrMapping/>
  </p:clrMapOvr>
</p:sld>
</file>

<file path=ppt/theme/theme1.xml><?xml version="1.0" encoding="utf-8"?>
<a:theme xmlns:a="http://schemas.openxmlformats.org/drawingml/2006/main" name="Tips to Prepare for an Exam by Slidesgo">
  <a:themeElements>
    <a:clrScheme name="Simple Light">
      <a:dk1>
        <a:srgbClr val="210A26"/>
      </a:dk1>
      <a:lt1>
        <a:srgbClr val="4D476D"/>
      </a:lt1>
      <a:dk2>
        <a:srgbClr val="A0BFDB"/>
      </a:dk2>
      <a:lt2>
        <a:srgbClr val="DFF3F8"/>
      </a:lt2>
      <a:accent1>
        <a:srgbClr val="EA3554"/>
      </a:accent1>
      <a:accent2>
        <a:srgbClr val="FFA406"/>
      </a:accent2>
      <a:accent3>
        <a:srgbClr val="C1712D"/>
      </a:accent3>
      <a:accent4>
        <a:srgbClr val="1D9E4E"/>
      </a:accent4>
      <a:accent5>
        <a:srgbClr val="3169F8"/>
      </a:accent5>
      <a:accent6>
        <a:srgbClr val="FFFFFF"/>
      </a:accent6>
      <a:hlink>
        <a:srgbClr val="210A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oral">
  <a:themeElements>
    <a:clrScheme name="Custom 156">
      <a:dk1>
        <a:srgbClr val="414042"/>
      </a:dk1>
      <a:lt1>
        <a:sysClr val="window" lastClr="FFFFFF"/>
      </a:lt1>
      <a:dk2>
        <a:srgbClr val="E57373"/>
      </a:dk2>
      <a:lt2>
        <a:srgbClr val="E57373"/>
      </a:lt2>
      <a:accent1>
        <a:srgbClr val="E57373"/>
      </a:accent1>
      <a:accent2>
        <a:srgbClr val="6D6E71"/>
      </a:accent2>
      <a:accent3>
        <a:srgbClr val="F28B82"/>
      </a:accent3>
      <a:accent4>
        <a:srgbClr val="414042"/>
      </a:accent4>
      <a:accent5>
        <a:srgbClr val="B0B1B5"/>
      </a:accent5>
      <a:accent6>
        <a:srgbClr val="D32F2F"/>
      </a:accent6>
      <a:hlink>
        <a:srgbClr val="0563C1"/>
      </a:hlink>
      <a:folHlink>
        <a:srgbClr val="954F72"/>
      </a:folHlink>
    </a:clrScheme>
    <a:fontScheme name="Custom 126">
      <a:majorFont>
        <a:latin typeface="Arial Black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int">
  <a:themeElements>
    <a:clrScheme name="Custom 250">
      <a:dk1>
        <a:srgbClr val="000000"/>
      </a:dk1>
      <a:lt1>
        <a:sysClr val="window" lastClr="FFFFFF"/>
      </a:lt1>
      <a:dk2>
        <a:srgbClr val="2D3436"/>
      </a:dk2>
      <a:lt2>
        <a:srgbClr val="DFE6E9"/>
      </a:lt2>
      <a:accent1>
        <a:srgbClr val="55EFC4"/>
      </a:accent1>
      <a:accent2>
        <a:srgbClr val="DDFCF3"/>
      </a:accent2>
      <a:accent3>
        <a:srgbClr val="74B9FF"/>
      </a:accent3>
      <a:accent4>
        <a:srgbClr val="A29BFE"/>
      </a:accent4>
      <a:accent5>
        <a:srgbClr val="FAB1A0"/>
      </a:accent5>
      <a:accent6>
        <a:srgbClr val="FF7675"/>
      </a:accent6>
      <a:hlink>
        <a:srgbClr val="0563C1"/>
      </a:hlink>
      <a:folHlink>
        <a:srgbClr val="954F72"/>
      </a:folHlink>
    </a:clrScheme>
    <a:fontScheme name="Custom 117">
      <a:majorFont>
        <a:latin typeface="Arial Black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rra">
  <a:themeElements>
    <a:clrScheme name="Custom 260">
      <a:dk1>
        <a:sysClr val="windowText" lastClr="000000"/>
      </a:dk1>
      <a:lt1>
        <a:sysClr val="window" lastClr="FFFFFF"/>
      </a:lt1>
      <a:dk2>
        <a:srgbClr val="374151"/>
      </a:dk2>
      <a:lt2>
        <a:srgbClr val="E8E8E8"/>
      </a:lt2>
      <a:accent1>
        <a:srgbClr val="374151"/>
      </a:accent1>
      <a:accent2>
        <a:srgbClr val="6B7280"/>
      </a:accent2>
      <a:accent3>
        <a:srgbClr val="9CA3AF"/>
      </a:accent3>
      <a:accent4>
        <a:srgbClr val="F3F4F6"/>
      </a:accent4>
      <a:accent5>
        <a:srgbClr val="22D3EE"/>
      </a:accent5>
      <a:accent6>
        <a:srgbClr val="6E7889"/>
      </a:accent6>
      <a:hlink>
        <a:srgbClr val="467886"/>
      </a:hlink>
      <a:folHlink>
        <a:srgbClr val="96607D"/>
      </a:folHlink>
    </a:clrScheme>
    <a:fontScheme name="Custom 121">
      <a:majorFont>
        <a:latin typeface="Segoe U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2191</Words>
  <Application>Microsoft Office PowerPoint</Application>
  <PresentationFormat>On-screen Show (16:9)</PresentationFormat>
  <Paragraphs>139</Paragraphs>
  <Slides>22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Tips to Prepare for an Exam by Slidesgo</vt:lpstr>
      <vt:lpstr>Slidesgo Final Pages</vt:lpstr>
      <vt:lpstr>Coral</vt:lpstr>
      <vt:lpstr>Mint</vt:lpstr>
      <vt:lpstr>Terra</vt:lpstr>
      <vt:lpstr> Contextual Bandit Learning: Exploration and Exploitation with Context </vt:lpstr>
      <vt:lpstr>Agenda</vt:lpstr>
      <vt:lpstr>Introduction</vt:lpstr>
      <vt:lpstr>Exploration-Exploitation Dilemma</vt:lpstr>
      <vt:lpstr>Contextual Bandit Framework</vt:lpstr>
      <vt:lpstr>Problem Formulation</vt:lpstr>
      <vt:lpstr>Algorithms Overview</vt:lpstr>
      <vt:lpstr>ε-Greedy Algorithm </vt:lpstr>
      <vt:lpstr>Regret Visualization  </vt:lpstr>
      <vt:lpstr>Linear UCB Algorithm</vt:lpstr>
      <vt:lpstr>Regret Interpretation</vt:lpstr>
      <vt:lpstr>Thompson Sampling </vt:lpstr>
      <vt:lpstr>Experimental Setup </vt:lpstr>
      <vt:lpstr>Arm-Reward Matrix</vt:lpstr>
      <vt:lpstr>PowerPoint Presentation</vt:lpstr>
      <vt:lpstr>PowerPoint Presentation</vt:lpstr>
      <vt:lpstr>PowerPoint Presentation</vt:lpstr>
      <vt:lpstr>Results</vt:lpstr>
      <vt:lpstr>PowerPoint Presentation</vt:lpstr>
      <vt:lpstr>THANK YOU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Balaram Panigrahy</dc:creator>
  <cp:lastModifiedBy>Balaram Panigrahy</cp:lastModifiedBy>
  <cp:revision>656</cp:revision>
  <dcterms:modified xsi:type="dcterms:W3CDTF">2025-06-13T23:40:56Z</dcterms:modified>
</cp:coreProperties>
</file>